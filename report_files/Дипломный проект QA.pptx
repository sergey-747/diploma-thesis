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0" r:id="rId2"/>
    <p:sldMasterId id="2147483721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73" r:id="rId15"/>
    <p:sldId id="271" r:id="rId16"/>
    <p:sldId id="272" r:id="rId17"/>
    <p:sldId id="266" r:id="rId18"/>
    <p:sldId id="268" r:id="rId19"/>
    <p:sldId id="269" r:id="rId20"/>
  </p:sldIdLst>
  <p:sldSz cx="12192000" cy="6858000"/>
  <p:notesSz cx="6858000" cy="9144000"/>
  <p:embeddedFontLst>
    <p:embeddedFont>
      <p:font typeface="DM Sans" panose="020B0604020202020204" charset="0"/>
      <p:regular r:id="rId22"/>
      <p:bold r:id="rId23"/>
      <p:italic r:id="rId24"/>
      <p:boldItalic r:id="rId25"/>
    </p:embeddedFont>
    <p:embeddedFont>
      <p:font typeface="Montserrat SemiBold" panose="020B0604020202020204" charset="-52"/>
      <p:regular r:id="rId26"/>
      <p:bold r:id="rId27"/>
      <p:italic r:id="rId28"/>
      <p:boldItalic r:id="rId29"/>
    </p:embeddedFont>
    <p:embeddedFont>
      <p:font typeface="DM Sans Light" panose="020B0604020202020204" charset="0"/>
      <p:regular r:id="rId30"/>
      <p:bold r:id="rId31"/>
      <p:italic r:id="rId32"/>
      <p:boldItalic r:id="rId33"/>
    </p:embeddedFont>
    <p:embeddedFont>
      <p:font typeface="Montserrat" panose="020B0604020202020204" charset="-52"/>
      <p:regular r:id="rId34"/>
      <p:bold r:id="rId35"/>
      <p:italic r:id="rId36"/>
      <p:boldItalic r:id="rId37"/>
    </p:embeddedFont>
    <p:embeddedFont>
      <p:font typeface="DM Sans Medium" panose="020B0604020202020204" charset="0"/>
      <p:regular r:id="rId38"/>
      <p:bold r:id="rId39"/>
      <p:italic r:id="rId40"/>
      <p:boldItalic r:id="rId41"/>
    </p:embeddedFont>
    <p:embeddedFont>
      <p:font typeface="Montserrat Medium" panose="020B0604020202020204" charset="-52"/>
      <p:regular r:id="rId42"/>
      <p:bold r:id="rId43"/>
      <p:italic r:id="rId44"/>
      <p:boldItalic r:id="rId45"/>
    </p:embeddedFont>
    <p:embeddedFont>
      <p:font typeface="Forum" panose="020B0604020202020204" charset="0"/>
      <p:regular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729F64-CE4A-4FAC-8813-10AB48793A16}">
  <a:tblStyle styleId="{37729F64-CE4A-4FAC-8813-10AB48793A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font" Target="fonts/font26.fntdata"/><Relationship Id="rId50" Type="http://schemas.openxmlformats.org/officeDocument/2006/relationships/font" Target="fonts/font29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8.fntdata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font" Target="fonts/font24.fntdata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0.fntdata"/><Relationship Id="rId44" Type="http://schemas.openxmlformats.org/officeDocument/2006/relationships/font" Target="fonts/font23.fntdata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48" Type="http://schemas.openxmlformats.org/officeDocument/2006/relationships/font" Target="fonts/font27.fntdata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font" Target="fonts/font25.fntdata"/><Relationship Id="rId20" Type="http://schemas.openxmlformats.org/officeDocument/2006/relationships/slide" Target="slides/slide17.xml"/><Relationship Id="rId41" Type="http://schemas.openxmlformats.org/officeDocument/2006/relationships/font" Target="fonts/font2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49" Type="http://schemas.openxmlformats.org/officeDocument/2006/relationships/font" Target="fonts/font2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9b593ad413_2_1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9b593ad413_2_1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Вот здесь находятся заметки докладчика с пояснением и подсказками.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9b593ad413_2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9b593ad413_2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Этот слайд открывает защиту. Кратко представьтесь и озвучьте, какое приложение выбрали.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e84dad3c4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e84dad3c4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Задача этого слайда — погрузить слушателей в контекст тестирования, показать, с каким приложением вы работали.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e84dad3c4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9e84dad3c4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Кратко расскажите, зачем вы проводили тестирование и что именно проверяли.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b593ad413_2_1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9b593ad413_2_1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Покажите пройденные шаги в виде таймлайна или любой другой схемы.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9b593ad413_2_1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9b593ad413_2_1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Можно добавить логотипы инструментов или скриншоты интерфейсов.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9b593ad413_2_1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9b593ad413_2_1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Укажите, какие виды тестирования проводились и для чего. Можно оформить в виде списка или таблицы.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9c666867b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9c666867b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Укажите вид тестирования и количество проведенных проверок. Можно добавить пример кейса для каждого вида тестирования.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9e84dad3c4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9e84dad3c4_1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Покажите, что проект рабочий и оформлен по стандартам.</a:t>
            </a:r>
            <a:endParaRPr/>
          </a:p>
        </p:txBody>
      </p:sp>
      <p:sp>
        <p:nvSpPr>
          <p:cNvPr id="663" name="Google Shape;663;g39e84dad3c4_1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9e84dad3c4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9e84dad3c4_6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Добавьте скриншот из Allure.</a:t>
            </a:r>
            <a:endParaRPr/>
          </a:p>
        </p:txBody>
      </p:sp>
      <p:sp>
        <p:nvSpPr>
          <p:cNvPr id="671" name="Google Shape;671;g39e84dad3c4_6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9e84dad3c4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9e84dad3c4_1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Можно добавить скриншот из Allure с Passed/Failed.</a:t>
            </a:r>
            <a:endParaRPr/>
          </a:p>
        </p:txBody>
      </p:sp>
      <p:sp>
        <p:nvSpPr>
          <p:cNvPr id="679" name="Google Shape;679;g39e84dad3c4_1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9b593ad413_2_2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9b593ad413_2_2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Опишите свои выводы и наблюдения, оставьте рекомендации для команды разработки.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9b593ad413_2_1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9b593ad413_2_1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only">
  <p:cSld name="BLANK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ctr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>
            <a:off x="304800" y="609600"/>
            <a:ext cx="11582400" cy="3040800"/>
          </a:xfrm>
          <a:prstGeom prst="rect">
            <a:avLst/>
          </a:prstGeom>
        </p:spPr>
        <p:txBody>
          <a:bodyPr spcFirstLastPara="1" wrap="square" lIns="121900" tIns="121900" rIns="121900" bIns="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9pPr>
          </a:lstStyle>
          <a:p>
            <a:endParaRPr/>
          </a:p>
        </p:txBody>
      </p:sp>
      <p:sp>
        <p:nvSpPr>
          <p:cNvPr id="143" name="Google Shape;143;p28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8"/>
          <p:cNvSpPr>
            <a:spLocks noGrp="1"/>
          </p:cNvSpPr>
          <p:nvPr>
            <p:ph type="pic" idx="2"/>
          </p:nvPr>
        </p:nvSpPr>
        <p:spPr>
          <a:xfrm>
            <a:off x="304767" y="4007400"/>
            <a:ext cx="2181600" cy="1032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46" name="Google Shape;146;p28"/>
          <p:cNvSpPr>
            <a:spLocks noGrp="1"/>
          </p:cNvSpPr>
          <p:nvPr>
            <p:ph type="pic" idx="3"/>
          </p:nvPr>
        </p:nvSpPr>
        <p:spPr>
          <a:xfrm>
            <a:off x="1532033" y="5212300"/>
            <a:ext cx="2058000" cy="1032900"/>
          </a:xfrm>
          <a:prstGeom prst="roundRect">
            <a:avLst>
              <a:gd name="adj" fmla="val 16696"/>
            </a:avLst>
          </a:prstGeom>
          <a:noFill/>
          <a:ln>
            <a:noFill/>
          </a:ln>
        </p:spPr>
      </p:sp>
      <p:sp>
        <p:nvSpPr>
          <p:cNvPr id="147" name="Google Shape;147;p28"/>
          <p:cNvSpPr>
            <a:spLocks noGrp="1"/>
          </p:cNvSpPr>
          <p:nvPr>
            <p:ph type="pic" idx="4"/>
          </p:nvPr>
        </p:nvSpPr>
        <p:spPr>
          <a:xfrm>
            <a:off x="4700100" y="4007400"/>
            <a:ext cx="2133300" cy="1032900"/>
          </a:xfrm>
          <a:prstGeom prst="roundRect">
            <a:avLst>
              <a:gd name="adj" fmla="val 16696"/>
            </a:avLst>
          </a:prstGeom>
          <a:noFill/>
          <a:ln>
            <a:noFill/>
          </a:ln>
        </p:spPr>
      </p:sp>
      <p:sp>
        <p:nvSpPr>
          <p:cNvPr id="148" name="Google Shape;148;p28"/>
          <p:cNvSpPr>
            <a:spLocks noGrp="1"/>
          </p:cNvSpPr>
          <p:nvPr>
            <p:ph type="pic" idx="5"/>
          </p:nvPr>
        </p:nvSpPr>
        <p:spPr>
          <a:xfrm>
            <a:off x="7028033" y="4007267"/>
            <a:ext cx="1491300" cy="2242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49" name="Google Shape;149;p28"/>
          <p:cNvSpPr>
            <a:spLocks noGrp="1"/>
          </p:cNvSpPr>
          <p:nvPr>
            <p:ph type="pic" idx="6"/>
          </p:nvPr>
        </p:nvSpPr>
        <p:spPr>
          <a:xfrm>
            <a:off x="10395800" y="4004867"/>
            <a:ext cx="1491300" cy="2231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50" name="Google Shape;150;p28"/>
          <p:cNvSpPr>
            <a:spLocks noGrp="1"/>
          </p:cNvSpPr>
          <p:nvPr>
            <p:ph type="pic" idx="7"/>
          </p:nvPr>
        </p:nvSpPr>
        <p:spPr>
          <a:xfrm>
            <a:off x="307367" y="5212300"/>
            <a:ext cx="1032900" cy="1032900"/>
          </a:xfrm>
          <a:prstGeom prst="roundRect">
            <a:avLst>
              <a:gd name="adj" fmla="val 16696"/>
            </a:avLst>
          </a:prstGeom>
          <a:noFill/>
          <a:ln>
            <a:noFill/>
          </a:ln>
        </p:spPr>
      </p:sp>
      <p:sp>
        <p:nvSpPr>
          <p:cNvPr id="151" name="Google Shape;151;p28"/>
          <p:cNvSpPr>
            <a:spLocks noGrp="1"/>
          </p:cNvSpPr>
          <p:nvPr>
            <p:ph type="pic" idx="8"/>
          </p:nvPr>
        </p:nvSpPr>
        <p:spPr>
          <a:xfrm>
            <a:off x="3784500" y="5212300"/>
            <a:ext cx="1824300" cy="1032900"/>
          </a:xfrm>
          <a:prstGeom prst="roundRect">
            <a:avLst>
              <a:gd name="adj" fmla="val 19797"/>
            </a:avLst>
          </a:prstGeom>
          <a:noFill/>
          <a:ln>
            <a:noFill/>
          </a:ln>
        </p:spPr>
      </p:sp>
      <p:sp>
        <p:nvSpPr>
          <p:cNvPr id="152" name="Google Shape;152;p28"/>
          <p:cNvSpPr>
            <a:spLocks noGrp="1"/>
          </p:cNvSpPr>
          <p:nvPr>
            <p:ph type="pic" idx="9"/>
          </p:nvPr>
        </p:nvSpPr>
        <p:spPr>
          <a:xfrm>
            <a:off x="8714133" y="4011800"/>
            <a:ext cx="1491300" cy="1023600"/>
          </a:xfrm>
          <a:prstGeom prst="roundRect">
            <a:avLst>
              <a:gd name="adj" fmla="val 2011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2">
  <p:cSld name="CUSTOM_3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ubTitle" idx="1"/>
          </p:nvPr>
        </p:nvSpPr>
        <p:spPr>
          <a:xfrm>
            <a:off x="1056900" y="3054900"/>
            <a:ext cx="48573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2"/>
          </p:nvPr>
        </p:nvSpPr>
        <p:spPr>
          <a:xfrm>
            <a:off x="6785633" y="3054900"/>
            <a:ext cx="51015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ubTitle" idx="3"/>
          </p:nvPr>
        </p:nvSpPr>
        <p:spPr>
          <a:xfrm>
            <a:off x="3428333" y="4115533"/>
            <a:ext cx="45576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subTitle" idx="4"/>
          </p:nvPr>
        </p:nvSpPr>
        <p:spPr>
          <a:xfrm>
            <a:off x="9156933" y="4115533"/>
            <a:ext cx="41373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subTitle" idx="5"/>
          </p:nvPr>
        </p:nvSpPr>
        <p:spPr>
          <a:xfrm>
            <a:off x="1056900" y="5185267"/>
            <a:ext cx="46980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subTitle" idx="6"/>
          </p:nvPr>
        </p:nvSpPr>
        <p:spPr>
          <a:xfrm>
            <a:off x="6785633" y="5185267"/>
            <a:ext cx="5101500" cy="51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ubTitle" idx="7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29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ALT 2">
  <p:cSld name="BLANK_1">
    <p:bg>
      <p:bgPr>
        <a:solidFill>
          <a:schemeClr val="dk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304800" y="4519681"/>
            <a:ext cx="6272100" cy="2120700"/>
          </a:xfrm>
          <a:prstGeom prst="rect">
            <a:avLst/>
          </a:prstGeom>
        </p:spPr>
        <p:txBody>
          <a:bodyPr spcFirstLastPara="1" wrap="square" lIns="0" tIns="121900" rIns="121900" bIns="0" anchor="b" anchorCtr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Forum"/>
              <a:buNone/>
              <a:defRPr sz="6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subTitle" idx="1"/>
          </p:nvPr>
        </p:nvSpPr>
        <p:spPr>
          <a:xfrm>
            <a:off x="7291567" y="609600"/>
            <a:ext cx="4595700" cy="17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7309900" y="551568"/>
            <a:ext cx="4595700" cy="191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47085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2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31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mall">
  <p:cSld name="BLANK_1_1_4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41595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5" name="Google Shape;175;p32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Small">
  <p:cSld name="BLANK_1_1_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>
            <a:spLocks noGrp="1"/>
          </p:cNvSpPr>
          <p:nvPr>
            <p:ph type="pic" idx="2"/>
          </p:nvPr>
        </p:nvSpPr>
        <p:spPr>
          <a:xfrm>
            <a:off x="304800" y="2527000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78" name="Google Shape;178;p33"/>
          <p:cNvSpPr>
            <a:spLocks noGrp="1"/>
          </p:cNvSpPr>
          <p:nvPr>
            <p:ph type="pic" idx="3"/>
          </p:nvPr>
        </p:nvSpPr>
        <p:spPr>
          <a:xfrm>
            <a:off x="3884617" y="2527000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79" name="Google Shape;179;p33"/>
          <p:cNvSpPr>
            <a:spLocks noGrp="1"/>
          </p:cNvSpPr>
          <p:nvPr>
            <p:ph type="pic" idx="4"/>
          </p:nvPr>
        </p:nvSpPr>
        <p:spPr>
          <a:xfrm>
            <a:off x="7459783" y="2527000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80" name="Google Shape;180;p33"/>
          <p:cNvSpPr>
            <a:spLocks noGrp="1"/>
          </p:cNvSpPr>
          <p:nvPr>
            <p:ph type="pic" idx="5"/>
          </p:nvPr>
        </p:nvSpPr>
        <p:spPr>
          <a:xfrm>
            <a:off x="1787900" y="4751467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81" name="Google Shape;181;p33"/>
          <p:cNvSpPr>
            <a:spLocks noGrp="1"/>
          </p:cNvSpPr>
          <p:nvPr>
            <p:ph type="pic" idx="6"/>
          </p:nvPr>
        </p:nvSpPr>
        <p:spPr>
          <a:xfrm>
            <a:off x="5365700" y="4751467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82" name="Google Shape;182;p33"/>
          <p:cNvSpPr>
            <a:spLocks noGrp="1"/>
          </p:cNvSpPr>
          <p:nvPr>
            <p:ph type="pic" idx="7"/>
          </p:nvPr>
        </p:nvSpPr>
        <p:spPr>
          <a:xfrm>
            <a:off x="8945200" y="4751467"/>
            <a:ext cx="1490700" cy="1490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1797300" y="3100289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subTitle" idx="8"/>
          </p:nvPr>
        </p:nvSpPr>
        <p:spPr>
          <a:xfrm>
            <a:off x="1797300" y="3384499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9"/>
          </p:nvPr>
        </p:nvSpPr>
        <p:spPr>
          <a:xfrm>
            <a:off x="5372467" y="3384499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subTitle" idx="13"/>
          </p:nvPr>
        </p:nvSpPr>
        <p:spPr>
          <a:xfrm>
            <a:off x="8968617" y="3384499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7" name="Google Shape;187;p33"/>
          <p:cNvSpPr txBox="1">
            <a:spLocks noGrp="1"/>
          </p:cNvSpPr>
          <p:nvPr>
            <p:ph type="subTitle" idx="14"/>
          </p:nvPr>
        </p:nvSpPr>
        <p:spPr>
          <a:xfrm>
            <a:off x="3280400" y="5604665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15"/>
          </p:nvPr>
        </p:nvSpPr>
        <p:spPr>
          <a:xfrm>
            <a:off x="6858200" y="5604665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Light"/>
              <a:buNone/>
              <a:defRPr sz="12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89" name="Google Shape;189;p33"/>
          <p:cNvSpPr txBox="1">
            <a:spLocks noGrp="1"/>
          </p:cNvSpPr>
          <p:nvPr>
            <p:ph type="subTitle" idx="16"/>
          </p:nvPr>
        </p:nvSpPr>
        <p:spPr>
          <a:xfrm>
            <a:off x="10437700" y="5604665"/>
            <a:ext cx="1487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47085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7"/>
          </p:nvPr>
        </p:nvSpPr>
        <p:spPr>
          <a:xfrm>
            <a:off x="5369300" y="3100289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ubTitle" idx="18"/>
          </p:nvPr>
        </p:nvSpPr>
        <p:spPr>
          <a:xfrm>
            <a:off x="8944233" y="3100289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subTitle" idx="19"/>
          </p:nvPr>
        </p:nvSpPr>
        <p:spPr>
          <a:xfrm>
            <a:off x="3277000" y="5322056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subTitle" idx="20"/>
          </p:nvPr>
        </p:nvSpPr>
        <p:spPr>
          <a:xfrm>
            <a:off x="6856500" y="5322056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orum"/>
              <a:buNone/>
              <a:defRPr sz="1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subTitle" idx="21"/>
          </p:nvPr>
        </p:nvSpPr>
        <p:spPr>
          <a:xfrm>
            <a:off x="10434300" y="5322056"/>
            <a:ext cx="1487700" cy="209100"/>
          </a:xfrm>
          <a:prstGeom prst="rect">
            <a:avLst/>
          </a:prstGeom>
        </p:spPr>
        <p:txBody>
          <a:bodyPr spcFirstLastPara="1" wrap="square" lIns="121900" tIns="121900" rIns="121900" bIns="0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subTitle" idx="22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97" name="Google Shape;197;p33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Medium">
  <p:cSld name="BLANK_1_1_2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>
            <a:spLocks noGrp="1"/>
          </p:cNvSpPr>
          <p:nvPr>
            <p:ph type="pic" idx="2"/>
          </p:nvPr>
        </p:nvSpPr>
        <p:spPr>
          <a:xfrm>
            <a:off x="304800" y="2016474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00" name="Google Shape;200;p34"/>
          <p:cNvSpPr txBox="1">
            <a:spLocks noGrp="1"/>
          </p:cNvSpPr>
          <p:nvPr>
            <p:ph type="subTitle" idx="1"/>
          </p:nvPr>
        </p:nvSpPr>
        <p:spPr>
          <a:xfrm>
            <a:off x="1741000" y="3160568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subTitle" idx="3"/>
          </p:nvPr>
        </p:nvSpPr>
        <p:spPr>
          <a:xfrm>
            <a:off x="1741000" y="3773133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02" name="Google Shape;202;p34"/>
          <p:cNvSpPr>
            <a:spLocks noGrp="1"/>
          </p:cNvSpPr>
          <p:nvPr>
            <p:ph type="pic" idx="4"/>
          </p:nvPr>
        </p:nvSpPr>
        <p:spPr>
          <a:xfrm>
            <a:off x="304800" y="4231757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03" name="Google Shape;203;p34"/>
          <p:cNvSpPr txBox="1">
            <a:spLocks noGrp="1"/>
          </p:cNvSpPr>
          <p:nvPr>
            <p:ph type="subTitle" idx="5"/>
          </p:nvPr>
        </p:nvSpPr>
        <p:spPr>
          <a:xfrm>
            <a:off x="1741000" y="5375852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subTitle" idx="6"/>
          </p:nvPr>
        </p:nvSpPr>
        <p:spPr>
          <a:xfrm>
            <a:off x="1741000" y="5988417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05" name="Google Shape;205;p34"/>
          <p:cNvSpPr>
            <a:spLocks noGrp="1"/>
          </p:cNvSpPr>
          <p:nvPr>
            <p:ph type="pic" idx="7"/>
          </p:nvPr>
        </p:nvSpPr>
        <p:spPr>
          <a:xfrm>
            <a:off x="4206200" y="2016474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06" name="Google Shape;206;p34"/>
          <p:cNvSpPr txBox="1">
            <a:spLocks noGrp="1"/>
          </p:cNvSpPr>
          <p:nvPr>
            <p:ph type="subTitle" idx="8"/>
          </p:nvPr>
        </p:nvSpPr>
        <p:spPr>
          <a:xfrm>
            <a:off x="5642400" y="3160568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07" name="Google Shape;207;p34"/>
          <p:cNvSpPr txBox="1">
            <a:spLocks noGrp="1"/>
          </p:cNvSpPr>
          <p:nvPr>
            <p:ph type="subTitle" idx="9"/>
          </p:nvPr>
        </p:nvSpPr>
        <p:spPr>
          <a:xfrm>
            <a:off x="5642400" y="3773133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08" name="Google Shape;208;p34"/>
          <p:cNvSpPr>
            <a:spLocks noGrp="1"/>
          </p:cNvSpPr>
          <p:nvPr>
            <p:ph type="pic" idx="13"/>
          </p:nvPr>
        </p:nvSpPr>
        <p:spPr>
          <a:xfrm>
            <a:off x="4206200" y="4231757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09" name="Google Shape;209;p34"/>
          <p:cNvSpPr txBox="1">
            <a:spLocks noGrp="1"/>
          </p:cNvSpPr>
          <p:nvPr>
            <p:ph type="subTitle" idx="14"/>
          </p:nvPr>
        </p:nvSpPr>
        <p:spPr>
          <a:xfrm>
            <a:off x="5642400" y="5375852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10" name="Google Shape;210;p34"/>
          <p:cNvSpPr>
            <a:spLocks noGrp="1"/>
          </p:cNvSpPr>
          <p:nvPr>
            <p:ph type="pic" idx="15"/>
          </p:nvPr>
        </p:nvSpPr>
        <p:spPr>
          <a:xfrm>
            <a:off x="8107600" y="2016474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11" name="Google Shape;211;p34"/>
          <p:cNvSpPr txBox="1">
            <a:spLocks noGrp="1"/>
          </p:cNvSpPr>
          <p:nvPr>
            <p:ph type="subTitle" idx="16"/>
          </p:nvPr>
        </p:nvSpPr>
        <p:spPr>
          <a:xfrm>
            <a:off x="9543800" y="3160568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subTitle" idx="17"/>
          </p:nvPr>
        </p:nvSpPr>
        <p:spPr>
          <a:xfrm>
            <a:off x="9543800" y="3773133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13" name="Google Shape;213;p34"/>
          <p:cNvSpPr>
            <a:spLocks noGrp="1"/>
          </p:cNvSpPr>
          <p:nvPr>
            <p:ph type="pic" idx="18"/>
          </p:nvPr>
        </p:nvSpPr>
        <p:spPr>
          <a:xfrm>
            <a:off x="8107600" y="4231757"/>
            <a:ext cx="1433100" cy="20067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14" name="Google Shape;214;p34"/>
          <p:cNvSpPr txBox="1">
            <a:spLocks noGrp="1"/>
          </p:cNvSpPr>
          <p:nvPr>
            <p:ph type="subTitle" idx="19"/>
          </p:nvPr>
        </p:nvSpPr>
        <p:spPr>
          <a:xfrm>
            <a:off x="9543800" y="5375852"/>
            <a:ext cx="2154000" cy="6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15" name="Google Shape;215;p34"/>
          <p:cNvSpPr txBox="1">
            <a:spLocks noGrp="1"/>
          </p:cNvSpPr>
          <p:nvPr>
            <p:ph type="subTitle" idx="20"/>
          </p:nvPr>
        </p:nvSpPr>
        <p:spPr>
          <a:xfrm>
            <a:off x="5667733" y="5988417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subTitle" idx="21"/>
          </p:nvPr>
        </p:nvSpPr>
        <p:spPr>
          <a:xfrm>
            <a:off x="9543800" y="5988417"/>
            <a:ext cx="19272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47085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subTitle" idx="22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9" name="Google Shape;219;p34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Large">
  <p:cSld name="BLANK_1_1_2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35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subTitle" idx="2"/>
          </p:nvPr>
        </p:nvSpPr>
        <p:spPr>
          <a:xfrm>
            <a:off x="304800" y="4450433"/>
            <a:ext cx="2824800" cy="459900"/>
          </a:xfrm>
          <a:prstGeom prst="rect">
            <a:avLst/>
          </a:prstGeom>
        </p:spPr>
        <p:txBody>
          <a:bodyPr spcFirstLastPara="1" wrap="square" lIns="0" tIns="121900" rIns="121900" bIns="1219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subTitle" idx="3"/>
          </p:nvPr>
        </p:nvSpPr>
        <p:spPr>
          <a:xfrm>
            <a:off x="304800" y="4730067"/>
            <a:ext cx="2749500" cy="4599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25" name="Google Shape;225;p35"/>
          <p:cNvSpPr>
            <a:spLocks noGrp="1"/>
          </p:cNvSpPr>
          <p:nvPr>
            <p:ph type="pic" idx="4"/>
          </p:nvPr>
        </p:nvSpPr>
        <p:spPr>
          <a:xfrm>
            <a:off x="304800" y="1943933"/>
            <a:ext cx="1365300" cy="20484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26" name="Google Shape;226;p35"/>
          <p:cNvSpPr txBox="1">
            <a:spLocks noGrp="1"/>
          </p:cNvSpPr>
          <p:nvPr>
            <p:ph type="body" idx="5"/>
          </p:nvPr>
        </p:nvSpPr>
        <p:spPr>
          <a:xfrm>
            <a:off x="304800" y="5252167"/>
            <a:ext cx="2380500" cy="9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subTitle" idx="6"/>
          </p:nvPr>
        </p:nvSpPr>
        <p:spPr>
          <a:xfrm>
            <a:off x="3231600" y="4450433"/>
            <a:ext cx="2824800" cy="459900"/>
          </a:xfrm>
          <a:prstGeom prst="rect">
            <a:avLst/>
          </a:prstGeom>
        </p:spPr>
        <p:txBody>
          <a:bodyPr spcFirstLastPara="1" wrap="square" lIns="0" tIns="121900" rIns="121900" bIns="1219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7"/>
          </p:nvPr>
        </p:nvSpPr>
        <p:spPr>
          <a:xfrm>
            <a:off x="3231600" y="4730067"/>
            <a:ext cx="2824800" cy="4599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29" name="Google Shape;229;p35"/>
          <p:cNvSpPr>
            <a:spLocks noGrp="1"/>
          </p:cNvSpPr>
          <p:nvPr>
            <p:ph type="pic" idx="8"/>
          </p:nvPr>
        </p:nvSpPr>
        <p:spPr>
          <a:xfrm>
            <a:off x="3231600" y="1943933"/>
            <a:ext cx="1365300" cy="20484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30" name="Google Shape;230;p35"/>
          <p:cNvSpPr txBox="1">
            <a:spLocks noGrp="1"/>
          </p:cNvSpPr>
          <p:nvPr>
            <p:ph type="body" idx="9"/>
          </p:nvPr>
        </p:nvSpPr>
        <p:spPr>
          <a:xfrm>
            <a:off x="3231600" y="5252167"/>
            <a:ext cx="2380500" cy="9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subTitle" idx="13"/>
          </p:nvPr>
        </p:nvSpPr>
        <p:spPr>
          <a:xfrm>
            <a:off x="6158400" y="4450436"/>
            <a:ext cx="2749500" cy="459900"/>
          </a:xfrm>
          <a:prstGeom prst="rect">
            <a:avLst/>
          </a:prstGeom>
        </p:spPr>
        <p:txBody>
          <a:bodyPr spcFirstLastPara="1" wrap="square" lIns="0" tIns="121900" rIns="121900" bIns="1219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subTitle" idx="14"/>
          </p:nvPr>
        </p:nvSpPr>
        <p:spPr>
          <a:xfrm>
            <a:off x="6158400" y="4730067"/>
            <a:ext cx="2749500" cy="4599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33" name="Google Shape;233;p35"/>
          <p:cNvSpPr>
            <a:spLocks noGrp="1"/>
          </p:cNvSpPr>
          <p:nvPr>
            <p:ph type="pic" idx="15"/>
          </p:nvPr>
        </p:nvSpPr>
        <p:spPr>
          <a:xfrm>
            <a:off x="6158400" y="1943933"/>
            <a:ext cx="1365300" cy="20484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34" name="Google Shape;234;p35"/>
          <p:cNvSpPr txBox="1">
            <a:spLocks noGrp="1"/>
          </p:cNvSpPr>
          <p:nvPr>
            <p:ph type="body" idx="16"/>
          </p:nvPr>
        </p:nvSpPr>
        <p:spPr>
          <a:xfrm>
            <a:off x="6158400" y="5252167"/>
            <a:ext cx="2380500" cy="9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subTitle" idx="17"/>
          </p:nvPr>
        </p:nvSpPr>
        <p:spPr>
          <a:xfrm>
            <a:off x="9062333" y="4450400"/>
            <a:ext cx="2824800" cy="459900"/>
          </a:xfrm>
          <a:prstGeom prst="rect">
            <a:avLst/>
          </a:prstGeom>
        </p:spPr>
        <p:txBody>
          <a:bodyPr spcFirstLastPara="1" wrap="square" lIns="0" tIns="121900" rIns="121900" bIns="1219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18"/>
          </p:nvPr>
        </p:nvSpPr>
        <p:spPr>
          <a:xfrm>
            <a:off x="9062333" y="4730067"/>
            <a:ext cx="2824800" cy="4599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DM Sans Light"/>
              <a:buNone/>
              <a:defRPr sz="12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37" name="Google Shape;237;p35"/>
          <p:cNvSpPr>
            <a:spLocks noGrp="1"/>
          </p:cNvSpPr>
          <p:nvPr>
            <p:ph type="pic" idx="19"/>
          </p:nvPr>
        </p:nvSpPr>
        <p:spPr>
          <a:xfrm>
            <a:off x="9062317" y="1943933"/>
            <a:ext cx="1365300" cy="2048400"/>
          </a:xfrm>
          <a:prstGeom prst="roundRect">
            <a:avLst>
              <a:gd name="adj" fmla="val 17439"/>
            </a:avLst>
          </a:prstGeom>
          <a:noFill/>
          <a:ln>
            <a:noFill/>
          </a:ln>
        </p:spPr>
      </p:sp>
      <p:sp>
        <p:nvSpPr>
          <p:cNvPr id="238" name="Google Shape;238;p35"/>
          <p:cNvSpPr txBox="1">
            <a:spLocks noGrp="1"/>
          </p:cNvSpPr>
          <p:nvPr>
            <p:ph type="body" idx="20"/>
          </p:nvPr>
        </p:nvSpPr>
        <p:spPr>
          <a:xfrm>
            <a:off x="9062333" y="5252167"/>
            <a:ext cx="2380500" cy="9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47085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Alt 1">
  <p:cSld name="CUSTOM_4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42" name="Google Shape;242;p36"/>
          <p:cNvSpPr txBox="1">
            <a:spLocks noGrp="1"/>
          </p:cNvSpPr>
          <p:nvPr>
            <p:ph type="body" idx="2"/>
          </p:nvPr>
        </p:nvSpPr>
        <p:spPr>
          <a:xfrm>
            <a:off x="8308000" y="4165367"/>
            <a:ext cx="3579300" cy="6771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36"/>
          <p:cNvSpPr txBox="1">
            <a:spLocks noGrp="1"/>
          </p:cNvSpPr>
          <p:nvPr>
            <p:ph type="body" idx="3"/>
          </p:nvPr>
        </p:nvSpPr>
        <p:spPr>
          <a:xfrm>
            <a:off x="8308000" y="5655000"/>
            <a:ext cx="3668400" cy="6771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36"/>
          <p:cNvSpPr txBox="1">
            <a:spLocks noGrp="1"/>
          </p:cNvSpPr>
          <p:nvPr>
            <p:ph type="subTitle" idx="4"/>
          </p:nvPr>
        </p:nvSpPr>
        <p:spPr>
          <a:xfrm>
            <a:off x="8308000" y="5197200"/>
            <a:ext cx="3884100" cy="328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subTitle" idx="5"/>
          </p:nvPr>
        </p:nvSpPr>
        <p:spPr>
          <a:xfrm>
            <a:off x="8308000" y="3707833"/>
            <a:ext cx="3884100" cy="328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46" name="Google Shape;246;p36"/>
          <p:cNvSpPr txBox="1">
            <a:spLocks noGrp="1"/>
          </p:cNvSpPr>
          <p:nvPr>
            <p:ph type="subTitle" idx="6"/>
          </p:nvPr>
        </p:nvSpPr>
        <p:spPr>
          <a:xfrm>
            <a:off x="8308000" y="1946267"/>
            <a:ext cx="3884100" cy="328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subTitle" idx="7"/>
          </p:nvPr>
        </p:nvSpPr>
        <p:spPr>
          <a:xfrm>
            <a:off x="3830000" y="4437333"/>
            <a:ext cx="3779700" cy="435300"/>
          </a:xfrm>
          <a:prstGeom prst="rect">
            <a:avLst/>
          </a:prstGeom>
        </p:spPr>
        <p:txBody>
          <a:bodyPr spcFirstLastPara="1" wrap="square" lIns="0" tIns="0" rIns="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title"/>
          </p:nvPr>
        </p:nvSpPr>
        <p:spPr>
          <a:xfrm>
            <a:off x="304800" y="532443"/>
            <a:ext cx="3779700" cy="8160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49" name="Google Shape;249;p36"/>
          <p:cNvSpPr>
            <a:spLocks noGrp="1"/>
          </p:cNvSpPr>
          <p:nvPr>
            <p:ph type="pic" idx="8"/>
          </p:nvPr>
        </p:nvSpPr>
        <p:spPr>
          <a:xfrm>
            <a:off x="304600" y="1946367"/>
            <a:ext cx="2801700" cy="191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50" name="Google Shape;250;p36"/>
          <p:cNvSpPr txBox="1">
            <a:spLocks noGrp="1"/>
          </p:cNvSpPr>
          <p:nvPr>
            <p:ph type="subTitle" idx="9"/>
          </p:nvPr>
        </p:nvSpPr>
        <p:spPr>
          <a:xfrm>
            <a:off x="304600" y="4070633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1" name="Google Shape;251;p36"/>
          <p:cNvSpPr txBox="1">
            <a:spLocks noGrp="1"/>
          </p:cNvSpPr>
          <p:nvPr>
            <p:ph type="subTitle" idx="13"/>
          </p:nvPr>
        </p:nvSpPr>
        <p:spPr>
          <a:xfrm>
            <a:off x="304600" y="4467167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subTitle" idx="14"/>
          </p:nvPr>
        </p:nvSpPr>
        <p:spPr>
          <a:xfrm>
            <a:off x="304600" y="4864086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subTitle" idx="15"/>
          </p:nvPr>
        </p:nvSpPr>
        <p:spPr>
          <a:xfrm>
            <a:off x="304600" y="5261020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subTitle" idx="16"/>
          </p:nvPr>
        </p:nvSpPr>
        <p:spPr>
          <a:xfrm>
            <a:off x="304600" y="5655865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ubTitle" idx="17"/>
          </p:nvPr>
        </p:nvSpPr>
        <p:spPr>
          <a:xfrm>
            <a:off x="304600" y="6054238"/>
            <a:ext cx="13467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orum"/>
              <a:buNone/>
              <a:defRPr sz="1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subTitle" idx="18"/>
          </p:nvPr>
        </p:nvSpPr>
        <p:spPr>
          <a:xfrm>
            <a:off x="1701000" y="4069840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7" name="Google Shape;257;p36"/>
          <p:cNvSpPr txBox="1">
            <a:spLocks noGrp="1"/>
          </p:cNvSpPr>
          <p:nvPr>
            <p:ph type="subTitle" idx="19"/>
          </p:nvPr>
        </p:nvSpPr>
        <p:spPr>
          <a:xfrm>
            <a:off x="1701000" y="4466372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8" name="Google Shape;258;p36"/>
          <p:cNvSpPr txBox="1">
            <a:spLocks noGrp="1"/>
          </p:cNvSpPr>
          <p:nvPr>
            <p:ph type="subTitle" idx="20"/>
          </p:nvPr>
        </p:nvSpPr>
        <p:spPr>
          <a:xfrm>
            <a:off x="1701000" y="4863291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subTitle" idx="21"/>
          </p:nvPr>
        </p:nvSpPr>
        <p:spPr>
          <a:xfrm>
            <a:off x="1701000" y="5260223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subTitle" idx="22"/>
          </p:nvPr>
        </p:nvSpPr>
        <p:spPr>
          <a:xfrm>
            <a:off x="1701000" y="5655068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subTitle" idx="23"/>
          </p:nvPr>
        </p:nvSpPr>
        <p:spPr>
          <a:xfrm>
            <a:off x="1701000" y="6053440"/>
            <a:ext cx="1405200" cy="15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24"/>
          </p:nvPr>
        </p:nvSpPr>
        <p:spPr>
          <a:xfrm>
            <a:off x="3817333" y="2567963"/>
            <a:ext cx="3579300" cy="129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subTitle" idx="25"/>
          </p:nvPr>
        </p:nvSpPr>
        <p:spPr>
          <a:xfrm>
            <a:off x="3817333" y="4891620"/>
            <a:ext cx="3414000" cy="16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26"/>
          </p:nvPr>
        </p:nvSpPr>
        <p:spPr>
          <a:xfrm>
            <a:off x="8308000" y="2402000"/>
            <a:ext cx="17577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subTitle" idx="27"/>
          </p:nvPr>
        </p:nvSpPr>
        <p:spPr>
          <a:xfrm>
            <a:off x="8308000" y="2920833"/>
            <a:ext cx="17577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subTitle" idx="28"/>
          </p:nvPr>
        </p:nvSpPr>
        <p:spPr>
          <a:xfrm>
            <a:off x="10129600" y="2920833"/>
            <a:ext cx="17577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subTitle" idx="29"/>
          </p:nvPr>
        </p:nvSpPr>
        <p:spPr>
          <a:xfrm>
            <a:off x="10129600" y="2402000"/>
            <a:ext cx="17577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Alt 2">
  <p:cSld name="CUSTOM_4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>
            <a:spLocks noGrp="1"/>
          </p:cNvSpPr>
          <p:nvPr>
            <p:ph type="body" idx="1"/>
          </p:nvPr>
        </p:nvSpPr>
        <p:spPr>
          <a:xfrm>
            <a:off x="3810000" y="2405267"/>
            <a:ext cx="4176000" cy="8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body" idx="2"/>
          </p:nvPr>
        </p:nvSpPr>
        <p:spPr>
          <a:xfrm>
            <a:off x="309433" y="2405267"/>
            <a:ext cx="2793300" cy="8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3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subTitle" idx="4"/>
          </p:nvPr>
        </p:nvSpPr>
        <p:spPr>
          <a:xfrm>
            <a:off x="309433" y="1948233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title"/>
          </p:nvPr>
        </p:nvSpPr>
        <p:spPr>
          <a:xfrm>
            <a:off x="304800" y="532443"/>
            <a:ext cx="3779700" cy="8160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orum"/>
              <a:buNone/>
              <a:defRPr sz="37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subTitle" idx="5"/>
          </p:nvPr>
        </p:nvSpPr>
        <p:spPr>
          <a:xfrm>
            <a:off x="314400" y="5810267"/>
            <a:ext cx="13443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37"/>
          <p:cNvSpPr txBox="1">
            <a:spLocks noGrp="1"/>
          </p:cNvSpPr>
          <p:nvPr>
            <p:ph type="subTitle" idx="6"/>
          </p:nvPr>
        </p:nvSpPr>
        <p:spPr>
          <a:xfrm>
            <a:off x="309433" y="3368013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subTitle" idx="7"/>
          </p:nvPr>
        </p:nvSpPr>
        <p:spPr>
          <a:xfrm>
            <a:off x="309433" y="5324953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79" name="Google Shape;279;p37"/>
          <p:cNvSpPr txBox="1">
            <a:spLocks noGrp="1"/>
          </p:cNvSpPr>
          <p:nvPr>
            <p:ph type="subTitle" idx="8"/>
          </p:nvPr>
        </p:nvSpPr>
        <p:spPr>
          <a:xfrm>
            <a:off x="1766433" y="5810267"/>
            <a:ext cx="1344300" cy="4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Light"/>
              <a:buNone/>
              <a:defRPr sz="13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subTitle" idx="9"/>
          </p:nvPr>
        </p:nvSpPr>
        <p:spPr>
          <a:xfrm>
            <a:off x="307436" y="3836400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1" name="Google Shape;281;p37"/>
          <p:cNvSpPr txBox="1">
            <a:spLocks noGrp="1"/>
          </p:cNvSpPr>
          <p:nvPr>
            <p:ph type="subTitle" idx="13"/>
          </p:nvPr>
        </p:nvSpPr>
        <p:spPr>
          <a:xfrm>
            <a:off x="307436" y="4261267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subTitle" idx="14"/>
          </p:nvPr>
        </p:nvSpPr>
        <p:spPr>
          <a:xfrm>
            <a:off x="307436" y="4685833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3" name="Google Shape;283;p37"/>
          <p:cNvSpPr txBox="1">
            <a:spLocks noGrp="1"/>
          </p:cNvSpPr>
          <p:nvPr>
            <p:ph type="subTitle" idx="15"/>
          </p:nvPr>
        </p:nvSpPr>
        <p:spPr>
          <a:xfrm>
            <a:off x="1774636" y="3836400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4" name="Google Shape;284;p37"/>
          <p:cNvSpPr txBox="1">
            <a:spLocks noGrp="1"/>
          </p:cNvSpPr>
          <p:nvPr>
            <p:ph type="subTitle" idx="16"/>
          </p:nvPr>
        </p:nvSpPr>
        <p:spPr>
          <a:xfrm>
            <a:off x="1774636" y="4261267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5" name="Google Shape;285;p37"/>
          <p:cNvSpPr txBox="1">
            <a:spLocks noGrp="1"/>
          </p:cNvSpPr>
          <p:nvPr>
            <p:ph type="subTitle" idx="17"/>
          </p:nvPr>
        </p:nvSpPr>
        <p:spPr>
          <a:xfrm>
            <a:off x="1774636" y="4685833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86" name="Google Shape;286;p37"/>
          <p:cNvSpPr txBox="1">
            <a:spLocks noGrp="1"/>
          </p:cNvSpPr>
          <p:nvPr>
            <p:ph type="subTitle" idx="18"/>
          </p:nvPr>
        </p:nvSpPr>
        <p:spPr>
          <a:xfrm>
            <a:off x="3810000" y="1948233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subTitle" idx="19"/>
          </p:nvPr>
        </p:nvSpPr>
        <p:spPr>
          <a:xfrm>
            <a:off x="3810000" y="3368361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88" name="Google Shape;288;p37"/>
          <p:cNvSpPr txBox="1">
            <a:spLocks noGrp="1"/>
          </p:cNvSpPr>
          <p:nvPr>
            <p:ph type="subTitle" idx="20"/>
          </p:nvPr>
        </p:nvSpPr>
        <p:spPr>
          <a:xfrm>
            <a:off x="3810000" y="5323161"/>
            <a:ext cx="29220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89" name="Google Shape;289;p37"/>
          <p:cNvSpPr txBox="1">
            <a:spLocks noGrp="1"/>
          </p:cNvSpPr>
          <p:nvPr>
            <p:ph type="subTitle" idx="21"/>
          </p:nvPr>
        </p:nvSpPr>
        <p:spPr>
          <a:xfrm>
            <a:off x="3810003" y="3836400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0" name="Google Shape;290;p37"/>
          <p:cNvSpPr txBox="1">
            <a:spLocks noGrp="1"/>
          </p:cNvSpPr>
          <p:nvPr>
            <p:ph type="subTitle" idx="22"/>
          </p:nvPr>
        </p:nvSpPr>
        <p:spPr>
          <a:xfrm>
            <a:off x="3810003" y="4261267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1" name="Google Shape;291;p37"/>
          <p:cNvSpPr txBox="1">
            <a:spLocks noGrp="1"/>
          </p:cNvSpPr>
          <p:nvPr>
            <p:ph type="subTitle" idx="23"/>
          </p:nvPr>
        </p:nvSpPr>
        <p:spPr>
          <a:xfrm>
            <a:off x="3810003" y="4685833"/>
            <a:ext cx="13281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2" name="Google Shape;292;p37"/>
          <p:cNvSpPr txBox="1">
            <a:spLocks noGrp="1"/>
          </p:cNvSpPr>
          <p:nvPr>
            <p:ph type="subTitle" idx="24"/>
          </p:nvPr>
        </p:nvSpPr>
        <p:spPr>
          <a:xfrm>
            <a:off x="8308067" y="1948233"/>
            <a:ext cx="35793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93" name="Google Shape;293;p37"/>
          <p:cNvSpPr txBox="1">
            <a:spLocks noGrp="1"/>
          </p:cNvSpPr>
          <p:nvPr>
            <p:ph type="subTitle" idx="25"/>
          </p:nvPr>
        </p:nvSpPr>
        <p:spPr>
          <a:xfrm>
            <a:off x="8308067" y="4343063"/>
            <a:ext cx="3579300" cy="3285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Forum"/>
              <a:buNone/>
              <a:defRPr sz="21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subTitle" idx="26"/>
          </p:nvPr>
        </p:nvSpPr>
        <p:spPr>
          <a:xfrm>
            <a:off x="8308067" y="2404800"/>
            <a:ext cx="19677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5" name="Google Shape;295;p37"/>
          <p:cNvSpPr txBox="1">
            <a:spLocks noGrp="1"/>
          </p:cNvSpPr>
          <p:nvPr>
            <p:ph type="subTitle" idx="27"/>
          </p:nvPr>
        </p:nvSpPr>
        <p:spPr>
          <a:xfrm>
            <a:off x="8308067" y="2741391"/>
            <a:ext cx="19677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6" name="Google Shape;296;p37"/>
          <p:cNvSpPr txBox="1">
            <a:spLocks noGrp="1"/>
          </p:cNvSpPr>
          <p:nvPr>
            <p:ph type="subTitle" idx="28"/>
          </p:nvPr>
        </p:nvSpPr>
        <p:spPr>
          <a:xfrm>
            <a:off x="8308067" y="3077982"/>
            <a:ext cx="19677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ubTitle" idx="29"/>
          </p:nvPr>
        </p:nvSpPr>
        <p:spPr>
          <a:xfrm>
            <a:off x="8308067" y="3414574"/>
            <a:ext cx="19677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  <p:sp>
        <p:nvSpPr>
          <p:cNvPr id="298" name="Google Shape;298;p37"/>
          <p:cNvSpPr txBox="1">
            <a:spLocks noGrp="1"/>
          </p:cNvSpPr>
          <p:nvPr>
            <p:ph type="subTitle" idx="30"/>
          </p:nvPr>
        </p:nvSpPr>
        <p:spPr>
          <a:xfrm>
            <a:off x="8308067" y="3751165"/>
            <a:ext cx="1967700" cy="16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 Light"/>
              <a:buNone/>
              <a:defRPr sz="1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only">
  <p:cSld name="BLANK_1_1_1_1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38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steps">
  <p:cSld name="BLANK_1_1_1_1_3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5" name="Google Shape;305;p39"/>
          <p:cNvSpPr txBox="1">
            <a:spLocks noGrp="1"/>
          </p:cNvSpPr>
          <p:nvPr>
            <p:ph type="subTitle" idx="2"/>
          </p:nvPr>
        </p:nvSpPr>
        <p:spPr>
          <a:xfrm>
            <a:off x="445183" y="4173843"/>
            <a:ext cx="1717500" cy="6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Forum"/>
              <a:buNone/>
              <a:defRPr sz="9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06" name="Google Shape;306;p39"/>
          <p:cNvSpPr txBox="1">
            <a:spLocks noGrp="1"/>
          </p:cNvSpPr>
          <p:nvPr>
            <p:ph type="subTitle" idx="3"/>
          </p:nvPr>
        </p:nvSpPr>
        <p:spPr>
          <a:xfrm>
            <a:off x="2779950" y="4173843"/>
            <a:ext cx="1717500" cy="6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Forum"/>
              <a:buNone/>
              <a:defRPr sz="9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07" name="Google Shape;307;p39"/>
          <p:cNvSpPr txBox="1">
            <a:spLocks noGrp="1"/>
          </p:cNvSpPr>
          <p:nvPr>
            <p:ph type="subTitle" idx="4"/>
          </p:nvPr>
        </p:nvSpPr>
        <p:spPr>
          <a:xfrm>
            <a:off x="5044950" y="4173843"/>
            <a:ext cx="1717500" cy="6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Forum"/>
              <a:buNone/>
              <a:defRPr sz="9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08" name="Google Shape;308;p39"/>
          <p:cNvSpPr txBox="1">
            <a:spLocks noGrp="1"/>
          </p:cNvSpPr>
          <p:nvPr>
            <p:ph type="subTitle" idx="5"/>
          </p:nvPr>
        </p:nvSpPr>
        <p:spPr>
          <a:xfrm>
            <a:off x="10029233" y="4173843"/>
            <a:ext cx="1717500" cy="6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Forum"/>
              <a:buNone/>
              <a:defRPr sz="9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09" name="Google Shape;309;p39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39"/>
          <p:cNvSpPr txBox="1">
            <a:spLocks noGrp="1"/>
          </p:cNvSpPr>
          <p:nvPr>
            <p:ph type="subTitle" idx="6"/>
          </p:nvPr>
        </p:nvSpPr>
        <p:spPr>
          <a:xfrm>
            <a:off x="304800" y="5057697"/>
            <a:ext cx="19983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subTitle" idx="7"/>
          </p:nvPr>
        </p:nvSpPr>
        <p:spPr>
          <a:xfrm>
            <a:off x="2639567" y="5057697"/>
            <a:ext cx="19983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subTitle" idx="8"/>
          </p:nvPr>
        </p:nvSpPr>
        <p:spPr>
          <a:xfrm>
            <a:off x="4904567" y="5057697"/>
            <a:ext cx="19983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subTitle" idx="9"/>
          </p:nvPr>
        </p:nvSpPr>
        <p:spPr>
          <a:xfrm>
            <a:off x="7405900" y="3719364"/>
            <a:ext cx="19983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4" name="Google Shape;314;p39"/>
          <p:cNvSpPr txBox="1">
            <a:spLocks noGrp="1"/>
          </p:cNvSpPr>
          <p:nvPr>
            <p:ph type="subTitle" idx="13"/>
          </p:nvPr>
        </p:nvSpPr>
        <p:spPr>
          <a:xfrm>
            <a:off x="9888833" y="5057697"/>
            <a:ext cx="1998300" cy="118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DM Sans"/>
              <a:buNone/>
              <a:defRPr sz="13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ubTitle" idx="14"/>
          </p:nvPr>
        </p:nvSpPr>
        <p:spPr>
          <a:xfrm>
            <a:off x="7546283" y="3098705"/>
            <a:ext cx="1717500" cy="6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Forum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16" name="Google Shape;316;p39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">
  <p:cSld name="CUSTOM_5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9" name="Google Shape;319;p40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0" name="Google Shape;320;p40"/>
          <p:cNvSpPr txBox="1">
            <a:spLocks noGrp="1"/>
          </p:cNvSpPr>
          <p:nvPr>
            <p:ph type="body" idx="2"/>
          </p:nvPr>
        </p:nvSpPr>
        <p:spPr>
          <a:xfrm>
            <a:off x="309833" y="3409400"/>
            <a:ext cx="2801700" cy="9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subTitle" idx="3"/>
          </p:nvPr>
        </p:nvSpPr>
        <p:spPr>
          <a:xfrm>
            <a:off x="311533" y="2750400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22" name="Google Shape;322;p40"/>
          <p:cNvSpPr txBox="1">
            <a:spLocks noGrp="1"/>
          </p:cNvSpPr>
          <p:nvPr>
            <p:ph type="subTitle" idx="4"/>
          </p:nvPr>
        </p:nvSpPr>
        <p:spPr>
          <a:xfrm>
            <a:off x="3231600" y="2752400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subTitle" idx="5"/>
          </p:nvPr>
        </p:nvSpPr>
        <p:spPr>
          <a:xfrm>
            <a:off x="6158400" y="2750400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ubTitle" idx="6"/>
          </p:nvPr>
        </p:nvSpPr>
        <p:spPr>
          <a:xfrm>
            <a:off x="9085200" y="2750400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7"/>
          </p:nvPr>
        </p:nvSpPr>
        <p:spPr>
          <a:xfrm>
            <a:off x="3231800" y="3409400"/>
            <a:ext cx="2801700" cy="9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26" name="Google Shape;326;p40"/>
          <p:cNvSpPr txBox="1">
            <a:spLocks noGrp="1"/>
          </p:cNvSpPr>
          <p:nvPr>
            <p:ph type="body" idx="8"/>
          </p:nvPr>
        </p:nvSpPr>
        <p:spPr>
          <a:xfrm>
            <a:off x="6153767" y="3404000"/>
            <a:ext cx="2801700" cy="9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40"/>
          <p:cNvSpPr txBox="1">
            <a:spLocks noGrp="1"/>
          </p:cNvSpPr>
          <p:nvPr>
            <p:ph type="body" idx="9"/>
          </p:nvPr>
        </p:nvSpPr>
        <p:spPr>
          <a:xfrm>
            <a:off x="9075733" y="3404000"/>
            <a:ext cx="2801700" cy="91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28" name="Google Shape;328;p40"/>
          <p:cNvSpPr txBox="1">
            <a:spLocks noGrp="1"/>
          </p:cNvSpPr>
          <p:nvPr>
            <p:ph type="subTitle" idx="13"/>
          </p:nvPr>
        </p:nvSpPr>
        <p:spPr>
          <a:xfrm>
            <a:off x="578567" y="483406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29" name="Google Shape;329;p40"/>
          <p:cNvSpPr txBox="1">
            <a:spLocks noGrp="1"/>
          </p:cNvSpPr>
          <p:nvPr>
            <p:ph type="subTitle" idx="14"/>
          </p:nvPr>
        </p:nvSpPr>
        <p:spPr>
          <a:xfrm>
            <a:off x="578567" y="5394871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0" name="Google Shape;330;p40"/>
          <p:cNvSpPr txBox="1">
            <a:spLocks noGrp="1"/>
          </p:cNvSpPr>
          <p:nvPr>
            <p:ph type="subTitle" idx="15"/>
          </p:nvPr>
        </p:nvSpPr>
        <p:spPr>
          <a:xfrm>
            <a:off x="578567" y="595201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1" name="Google Shape;331;p40"/>
          <p:cNvSpPr txBox="1">
            <a:spLocks noGrp="1"/>
          </p:cNvSpPr>
          <p:nvPr>
            <p:ph type="subTitle" idx="16"/>
          </p:nvPr>
        </p:nvSpPr>
        <p:spPr>
          <a:xfrm>
            <a:off x="3505483" y="483406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2" name="Google Shape;332;p40"/>
          <p:cNvSpPr txBox="1">
            <a:spLocks noGrp="1"/>
          </p:cNvSpPr>
          <p:nvPr>
            <p:ph type="subTitle" idx="17"/>
          </p:nvPr>
        </p:nvSpPr>
        <p:spPr>
          <a:xfrm>
            <a:off x="3505483" y="5394871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3" name="Google Shape;333;p40"/>
          <p:cNvSpPr txBox="1">
            <a:spLocks noGrp="1"/>
          </p:cNvSpPr>
          <p:nvPr>
            <p:ph type="subTitle" idx="18"/>
          </p:nvPr>
        </p:nvSpPr>
        <p:spPr>
          <a:xfrm>
            <a:off x="3505483" y="595201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4" name="Google Shape;334;p40"/>
          <p:cNvSpPr txBox="1">
            <a:spLocks noGrp="1"/>
          </p:cNvSpPr>
          <p:nvPr>
            <p:ph type="subTitle" idx="19"/>
          </p:nvPr>
        </p:nvSpPr>
        <p:spPr>
          <a:xfrm>
            <a:off x="6432417" y="483406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5" name="Google Shape;335;p40"/>
          <p:cNvSpPr txBox="1">
            <a:spLocks noGrp="1"/>
          </p:cNvSpPr>
          <p:nvPr>
            <p:ph type="subTitle" idx="20"/>
          </p:nvPr>
        </p:nvSpPr>
        <p:spPr>
          <a:xfrm>
            <a:off x="6432417" y="5394871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6" name="Google Shape;336;p40"/>
          <p:cNvSpPr txBox="1">
            <a:spLocks noGrp="1"/>
          </p:cNvSpPr>
          <p:nvPr>
            <p:ph type="subTitle" idx="21"/>
          </p:nvPr>
        </p:nvSpPr>
        <p:spPr>
          <a:xfrm>
            <a:off x="6432417" y="595201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7" name="Google Shape;337;p40"/>
          <p:cNvSpPr txBox="1">
            <a:spLocks noGrp="1"/>
          </p:cNvSpPr>
          <p:nvPr>
            <p:ph type="subTitle" idx="22"/>
          </p:nvPr>
        </p:nvSpPr>
        <p:spPr>
          <a:xfrm>
            <a:off x="9359350" y="483406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8" name="Google Shape;338;p40"/>
          <p:cNvSpPr txBox="1">
            <a:spLocks noGrp="1"/>
          </p:cNvSpPr>
          <p:nvPr>
            <p:ph type="subTitle" idx="23"/>
          </p:nvPr>
        </p:nvSpPr>
        <p:spPr>
          <a:xfrm>
            <a:off x="9359350" y="5394871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39" name="Google Shape;339;p40"/>
          <p:cNvSpPr txBox="1">
            <a:spLocks noGrp="1"/>
          </p:cNvSpPr>
          <p:nvPr>
            <p:ph type="subTitle" idx="24"/>
          </p:nvPr>
        </p:nvSpPr>
        <p:spPr>
          <a:xfrm>
            <a:off x="9359350" y="5952017"/>
            <a:ext cx="2528100" cy="156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40" name="Google Shape;340;p40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341" name="Google Shape;341;p40"/>
          <p:cNvSpPr>
            <a:spLocks noGrp="1"/>
          </p:cNvSpPr>
          <p:nvPr>
            <p:ph type="pic" idx="25"/>
          </p:nvPr>
        </p:nvSpPr>
        <p:spPr>
          <a:xfrm>
            <a:off x="304800" y="2050967"/>
            <a:ext cx="11619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2" name="Google Shape;342;p40"/>
          <p:cNvSpPr>
            <a:spLocks noGrp="1"/>
          </p:cNvSpPr>
          <p:nvPr>
            <p:ph type="pic" idx="26"/>
          </p:nvPr>
        </p:nvSpPr>
        <p:spPr>
          <a:xfrm>
            <a:off x="3231600" y="2050967"/>
            <a:ext cx="11619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3" name="Google Shape;343;p40"/>
          <p:cNvSpPr>
            <a:spLocks noGrp="1"/>
          </p:cNvSpPr>
          <p:nvPr>
            <p:ph type="pic" idx="27"/>
          </p:nvPr>
        </p:nvSpPr>
        <p:spPr>
          <a:xfrm>
            <a:off x="6158400" y="2050967"/>
            <a:ext cx="11619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4" name="Google Shape;344;p40"/>
          <p:cNvSpPr>
            <a:spLocks noGrp="1"/>
          </p:cNvSpPr>
          <p:nvPr>
            <p:ph type="pic" idx="28"/>
          </p:nvPr>
        </p:nvSpPr>
        <p:spPr>
          <a:xfrm>
            <a:off x="9085200" y="2050967"/>
            <a:ext cx="11619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deas w/ image">
  <p:cSld name="CUSTOM_5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>
            <a:spLocks noGrp="1"/>
          </p:cNvSpPr>
          <p:nvPr>
            <p:ph type="pic" idx="2"/>
          </p:nvPr>
        </p:nvSpPr>
        <p:spPr>
          <a:xfrm>
            <a:off x="4026167" y="1804350"/>
            <a:ext cx="12192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7" name="Google Shape;347;p41"/>
          <p:cNvSpPr>
            <a:spLocks noGrp="1"/>
          </p:cNvSpPr>
          <p:nvPr>
            <p:ph type="pic" idx="3"/>
          </p:nvPr>
        </p:nvSpPr>
        <p:spPr>
          <a:xfrm>
            <a:off x="6951283" y="1804350"/>
            <a:ext cx="12192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8" name="Google Shape;348;p41"/>
          <p:cNvSpPr>
            <a:spLocks noGrp="1"/>
          </p:cNvSpPr>
          <p:nvPr>
            <p:ph type="pic" idx="4"/>
          </p:nvPr>
        </p:nvSpPr>
        <p:spPr>
          <a:xfrm>
            <a:off x="9876417" y="1804350"/>
            <a:ext cx="12192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49" name="Google Shape;349;p41"/>
          <p:cNvSpPr>
            <a:spLocks noGrp="1"/>
          </p:cNvSpPr>
          <p:nvPr>
            <p:ph type="pic" idx="5"/>
          </p:nvPr>
        </p:nvSpPr>
        <p:spPr>
          <a:xfrm>
            <a:off x="1102733" y="1804350"/>
            <a:ext cx="1219200" cy="5499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50" name="Google Shape;350;p41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51" name="Google Shape;351;p41"/>
          <p:cNvSpPr txBox="1">
            <a:spLocks noGrp="1"/>
          </p:cNvSpPr>
          <p:nvPr>
            <p:ph type="subTitle" idx="6"/>
          </p:nvPr>
        </p:nvSpPr>
        <p:spPr>
          <a:xfrm>
            <a:off x="311533" y="2530015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52" name="Google Shape;352;p41"/>
          <p:cNvSpPr txBox="1">
            <a:spLocks noGrp="1"/>
          </p:cNvSpPr>
          <p:nvPr>
            <p:ph type="subTitle" idx="7"/>
          </p:nvPr>
        </p:nvSpPr>
        <p:spPr>
          <a:xfrm>
            <a:off x="3231600" y="2530015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53" name="Google Shape;353;p41"/>
          <p:cNvSpPr txBox="1">
            <a:spLocks noGrp="1"/>
          </p:cNvSpPr>
          <p:nvPr>
            <p:ph type="subTitle" idx="8"/>
          </p:nvPr>
        </p:nvSpPr>
        <p:spPr>
          <a:xfrm>
            <a:off x="6158400" y="2530015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54" name="Google Shape;354;p41"/>
          <p:cNvSpPr txBox="1">
            <a:spLocks noGrp="1"/>
          </p:cNvSpPr>
          <p:nvPr>
            <p:ph type="subTitle" idx="9"/>
          </p:nvPr>
        </p:nvSpPr>
        <p:spPr>
          <a:xfrm>
            <a:off x="9085200" y="2530015"/>
            <a:ext cx="2801700" cy="6033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55" name="Google Shape;355;p41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356" name="Google Shape;356;p41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p41"/>
          <p:cNvSpPr txBox="1">
            <a:spLocks noGrp="1"/>
          </p:cNvSpPr>
          <p:nvPr>
            <p:ph type="subTitle" idx="13"/>
          </p:nvPr>
        </p:nvSpPr>
        <p:spPr>
          <a:xfrm>
            <a:off x="304800" y="3308828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58" name="Google Shape;358;p41"/>
          <p:cNvSpPr txBox="1">
            <a:spLocks noGrp="1"/>
          </p:cNvSpPr>
          <p:nvPr>
            <p:ph type="subTitle" idx="14"/>
          </p:nvPr>
        </p:nvSpPr>
        <p:spPr>
          <a:xfrm>
            <a:off x="304800" y="4225839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59" name="Google Shape;359;p41"/>
          <p:cNvSpPr txBox="1">
            <a:spLocks noGrp="1"/>
          </p:cNvSpPr>
          <p:nvPr>
            <p:ph type="subTitle" idx="15"/>
          </p:nvPr>
        </p:nvSpPr>
        <p:spPr>
          <a:xfrm>
            <a:off x="304800" y="5142817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60" name="Google Shape;360;p41"/>
          <p:cNvSpPr txBox="1">
            <a:spLocks noGrp="1"/>
          </p:cNvSpPr>
          <p:nvPr>
            <p:ph type="subTitle" idx="16"/>
          </p:nvPr>
        </p:nvSpPr>
        <p:spPr>
          <a:xfrm>
            <a:off x="304800" y="3590433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1" name="Google Shape;361;p41"/>
          <p:cNvSpPr txBox="1">
            <a:spLocks noGrp="1"/>
          </p:cNvSpPr>
          <p:nvPr>
            <p:ph type="subTitle" idx="17"/>
          </p:nvPr>
        </p:nvSpPr>
        <p:spPr>
          <a:xfrm>
            <a:off x="304800" y="4506960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2" name="Google Shape;362;p41"/>
          <p:cNvSpPr txBox="1">
            <a:spLocks noGrp="1"/>
          </p:cNvSpPr>
          <p:nvPr>
            <p:ph type="subTitle" idx="18"/>
          </p:nvPr>
        </p:nvSpPr>
        <p:spPr>
          <a:xfrm>
            <a:off x="304800" y="5424475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3" name="Google Shape;363;p41"/>
          <p:cNvSpPr txBox="1">
            <a:spLocks noGrp="1"/>
          </p:cNvSpPr>
          <p:nvPr>
            <p:ph type="subTitle" idx="19"/>
          </p:nvPr>
        </p:nvSpPr>
        <p:spPr>
          <a:xfrm>
            <a:off x="3231600" y="3308828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64" name="Google Shape;364;p41"/>
          <p:cNvSpPr txBox="1">
            <a:spLocks noGrp="1"/>
          </p:cNvSpPr>
          <p:nvPr>
            <p:ph type="subTitle" idx="20"/>
          </p:nvPr>
        </p:nvSpPr>
        <p:spPr>
          <a:xfrm>
            <a:off x="3231600" y="4225839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65" name="Google Shape;365;p41"/>
          <p:cNvSpPr txBox="1">
            <a:spLocks noGrp="1"/>
          </p:cNvSpPr>
          <p:nvPr>
            <p:ph type="subTitle" idx="21"/>
          </p:nvPr>
        </p:nvSpPr>
        <p:spPr>
          <a:xfrm>
            <a:off x="3231600" y="5142817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22"/>
          </p:nvPr>
        </p:nvSpPr>
        <p:spPr>
          <a:xfrm>
            <a:off x="3231600" y="3590433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7" name="Google Shape;367;p41"/>
          <p:cNvSpPr txBox="1">
            <a:spLocks noGrp="1"/>
          </p:cNvSpPr>
          <p:nvPr>
            <p:ph type="subTitle" idx="23"/>
          </p:nvPr>
        </p:nvSpPr>
        <p:spPr>
          <a:xfrm>
            <a:off x="3231600" y="4506960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8" name="Google Shape;368;p41"/>
          <p:cNvSpPr txBox="1">
            <a:spLocks noGrp="1"/>
          </p:cNvSpPr>
          <p:nvPr>
            <p:ph type="subTitle" idx="24"/>
          </p:nvPr>
        </p:nvSpPr>
        <p:spPr>
          <a:xfrm>
            <a:off x="3231600" y="5424475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9" name="Google Shape;369;p41"/>
          <p:cNvSpPr txBox="1">
            <a:spLocks noGrp="1"/>
          </p:cNvSpPr>
          <p:nvPr>
            <p:ph type="subTitle" idx="25"/>
          </p:nvPr>
        </p:nvSpPr>
        <p:spPr>
          <a:xfrm>
            <a:off x="6158400" y="3308828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0" name="Google Shape;370;p41"/>
          <p:cNvSpPr txBox="1">
            <a:spLocks noGrp="1"/>
          </p:cNvSpPr>
          <p:nvPr>
            <p:ph type="subTitle" idx="26"/>
          </p:nvPr>
        </p:nvSpPr>
        <p:spPr>
          <a:xfrm>
            <a:off x="6158400" y="4225839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1" name="Google Shape;371;p41"/>
          <p:cNvSpPr txBox="1">
            <a:spLocks noGrp="1"/>
          </p:cNvSpPr>
          <p:nvPr>
            <p:ph type="subTitle" idx="27"/>
          </p:nvPr>
        </p:nvSpPr>
        <p:spPr>
          <a:xfrm>
            <a:off x="6158400" y="5142817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subTitle" idx="28"/>
          </p:nvPr>
        </p:nvSpPr>
        <p:spPr>
          <a:xfrm>
            <a:off x="6158400" y="3590433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29"/>
          </p:nvPr>
        </p:nvSpPr>
        <p:spPr>
          <a:xfrm>
            <a:off x="6158400" y="4506960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subTitle" idx="30"/>
          </p:nvPr>
        </p:nvSpPr>
        <p:spPr>
          <a:xfrm>
            <a:off x="6158400" y="5424475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31"/>
          </p:nvPr>
        </p:nvSpPr>
        <p:spPr>
          <a:xfrm>
            <a:off x="9087424" y="3308828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subTitle" idx="32"/>
          </p:nvPr>
        </p:nvSpPr>
        <p:spPr>
          <a:xfrm>
            <a:off x="9087424" y="4225839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7" name="Google Shape;377;p41"/>
          <p:cNvSpPr txBox="1">
            <a:spLocks noGrp="1"/>
          </p:cNvSpPr>
          <p:nvPr>
            <p:ph type="subTitle" idx="33"/>
          </p:nvPr>
        </p:nvSpPr>
        <p:spPr>
          <a:xfrm>
            <a:off x="9087424" y="5142817"/>
            <a:ext cx="2801700" cy="1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 Medium"/>
              <a:buNone/>
              <a:defRPr sz="13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378" name="Google Shape;378;p41"/>
          <p:cNvSpPr txBox="1">
            <a:spLocks noGrp="1"/>
          </p:cNvSpPr>
          <p:nvPr>
            <p:ph type="subTitle" idx="34"/>
          </p:nvPr>
        </p:nvSpPr>
        <p:spPr>
          <a:xfrm>
            <a:off x="9087424" y="3590433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79" name="Google Shape;379;p41"/>
          <p:cNvSpPr txBox="1">
            <a:spLocks noGrp="1"/>
          </p:cNvSpPr>
          <p:nvPr>
            <p:ph type="subTitle" idx="35"/>
          </p:nvPr>
        </p:nvSpPr>
        <p:spPr>
          <a:xfrm>
            <a:off x="9087424" y="4506960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80" name="Google Shape;380;p41"/>
          <p:cNvSpPr txBox="1">
            <a:spLocks noGrp="1"/>
          </p:cNvSpPr>
          <p:nvPr>
            <p:ph type="subTitle" idx="36"/>
          </p:nvPr>
        </p:nvSpPr>
        <p:spPr>
          <a:xfrm>
            <a:off x="9087424" y="5424475"/>
            <a:ext cx="2801700" cy="26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um title only">
  <p:cSld name="BLANK_1_1_1_1_2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383" name="Google Shape;383;p42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">
  <p:cSld name="BLANK_1_1_1_1_1_1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87" name="Google Shape;387;p43"/>
          <p:cNvSpPr>
            <a:spLocks noGrp="1"/>
          </p:cNvSpPr>
          <p:nvPr>
            <p:ph type="pic" idx="2"/>
          </p:nvPr>
        </p:nvSpPr>
        <p:spPr>
          <a:xfrm>
            <a:off x="1876467" y="1928600"/>
            <a:ext cx="2000400" cy="946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88" name="Google Shape;388;p43"/>
          <p:cNvSpPr txBox="1">
            <a:spLocks noGrp="1"/>
          </p:cNvSpPr>
          <p:nvPr>
            <p:ph type="title"/>
          </p:nvPr>
        </p:nvSpPr>
        <p:spPr>
          <a:xfrm>
            <a:off x="1371400" y="2697767"/>
            <a:ext cx="9574500" cy="1122300"/>
          </a:xfrm>
          <a:prstGeom prst="rect">
            <a:avLst/>
          </a:prstGeom>
        </p:spPr>
        <p:txBody>
          <a:bodyPr spcFirstLastPara="1" wrap="square" lIns="121900" tIns="121900" rIns="121900" bIns="0" anchor="t" anchorCtr="0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Forum"/>
              <a:buNone/>
              <a:defRPr sz="64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389" name="Google Shape;389;p43"/>
          <p:cNvSpPr>
            <a:spLocks noGrp="1"/>
          </p:cNvSpPr>
          <p:nvPr>
            <p:ph type="pic" idx="3"/>
          </p:nvPr>
        </p:nvSpPr>
        <p:spPr>
          <a:xfrm>
            <a:off x="7089200" y="4241600"/>
            <a:ext cx="1018500" cy="101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43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_1_1_1_1_2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p44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4" name="Google Shape;394;p44"/>
          <p:cNvSpPr txBox="1">
            <a:spLocks noGrp="1"/>
          </p:cNvSpPr>
          <p:nvPr>
            <p:ph type="subTitle" idx="2"/>
          </p:nvPr>
        </p:nvSpPr>
        <p:spPr>
          <a:xfrm>
            <a:off x="304900" y="3605518"/>
            <a:ext cx="3779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5" name="Google Shape;395;p44"/>
          <p:cNvSpPr txBox="1">
            <a:spLocks noGrp="1"/>
          </p:cNvSpPr>
          <p:nvPr>
            <p:ph type="body" idx="3"/>
          </p:nvPr>
        </p:nvSpPr>
        <p:spPr>
          <a:xfrm>
            <a:off x="1014700" y="4453307"/>
            <a:ext cx="2360100" cy="1170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96" name="Google Shape;396;p44"/>
          <p:cNvSpPr txBox="1">
            <a:spLocks noGrp="1"/>
          </p:cNvSpPr>
          <p:nvPr>
            <p:ph type="subTitle" idx="4"/>
          </p:nvPr>
        </p:nvSpPr>
        <p:spPr>
          <a:xfrm>
            <a:off x="4206200" y="3605518"/>
            <a:ext cx="3779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7" name="Google Shape;397;p44"/>
          <p:cNvSpPr txBox="1">
            <a:spLocks noGrp="1"/>
          </p:cNvSpPr>
          <p:nvPr>
            <p:ph type="body" idx="5"/>
          </p:nvPr>
        </p:nvSpPr>
        <p:spPr>
          <a:xfrm>
            <a:off x="4916000" y="4453307"/>
            <a:ext cx="2360100" cy="1170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398" name="Google Shape;398;p44"/>
          <p:cNvSpPr txBox="1">
            <a:spLocks noGrp="1"/>
          </p:cNvSpPr>
          <p:nvPr>
            <p:ph type="subTitle" idx="6"/>
          </p:nvPr>
        </p:nvSpPr>
        <p:spPr>
          <a:xfrm>
            <a:off x="8107500" y="3605518"/>
            <a:ext cx="3779700" cy="7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9" name="Google Shape;399;p44"/>
          <p:cNvSpPr txBox="1">
            <a:spLocks noGrp="1"/>
          </p:cNvSpPr>
          <p:nvPr>
            <p:ph type="body" idx="7"/>
          </p:nvPr>
        </p:nvSpPr>
        <p:spPr>
          <a:xfrm>
            <a:off x="8817300" y="4453307"/>
            <a:ext cx="2360100" cy="11700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400" name="Google Shape;400;p44"/>
          <p:cNvSpPr txBox="1">
            <a:spLocks noGrp="1"/>
          </p:cNvSpPr>
          <p:nvPr>
            <p:ph type="title"/>
          </p:nvPr>
        </p:nvSpPr>
        <p:spPr>
          <a:xfrm>
            <a:off x="304800" y="532433"/>
            <a:ext cx="115824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">
  <p:cSld name="CUSTOM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0" y="0"/>
            <a:ext cx="323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04" name="Google Shape;404;p45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5" name="Google Shape;405;p45"/>
          <p:cNvSpPr>
            <a:spLocks noGrp="1"/>
          </p:cNvSpPr>
          <p:nvPr>
            <p:ph type="pic" idx="2"/>
          </p:nvPr>
        </p:nvSpPr>
        <p:spPr>
          <a:xfrm>
            <a:off x="310433" y="609700"/>
            <a:ext cx="2622000" cy="2097300"/>
          </a:xfrm>
          <a:prstGeom prst="roundRect">
            <a:avLst>
              <a:gd name="adj" fmla="val 20306"/>
            </a:avLst>
          </a:prstGeom>
          <a:noFill/>
          <a:ln>
            <a:noFill/>
          </a:ln>
        </p:spPr>
      </p:sp>
      <p:sp>
        <p:nvSpPr>
          <p:cNvPr id="406" name="Google Shape;406;p45"/>
          <p:cNvSpPr txBox="1">
            <a:spLocks noGrp="1"/>
          </p:cNvSpPr>
          <p:nvPr>
            <p:ph type="title"/>
          </p:nvPr>
        </p:nvSpPr>
        <p:spPr>
          <a:xfrm>
            <a:off x="304800" y="2965843"/>
            <a:ext cx="2622000" cy="832800"/>
          </a:xfrm>
          <a:prstGeom prst="rect">
            <a:avLst/>
          </a:prstGeom>
        </p:spPr>
        <p:txBody>
          <a:bodyPr spcFirstLastPara="1" wrap="square" lIns="0" tIns="121900" rIns="121900" bIns="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orum"/>
              <a:buNone/>
              <a:defRPr sz="37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 idx="3"/>
          </p:nvPr>
        </p:nvSpPr>
        <p:spPr>
          <a:xfrm>
            <a:off x="4084400" y="609498"/>
            <a:ext cx="78027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4"/>
          </p:nvPr>
        </p:nvSpPr>
        <p:spPr>
          <a:xfrm>
            <a:off x="9547533" y="4140578"/>
            <a:ext cx="23397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09" name="Google Shape;409;p45"/>
          <p:cNvSpPr txBox="1">
            <a:spLocks noGrp="1"/>
          </p:cNvSpPr>
          <p:nvPr>
            <p:ph type="body" idx="5"/>
          </p:nvPr>
        </p:nvSpPr>
        <p:spPr>
          <a:xfrm>
            <a:off x="9547533" y="4885867"/>
            <a:ext cx="2096100" cy="13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45"/>
          <p:cNvSpPr txBox="1">
            <a:spLocks noGrp="1"/>
          </p:cNvSpPr>
          <p:nvPr>
            <p:ph type="subTitle" idx="6"/>
          </p:nvPr>
        </p:nvSpPr>
        <p:spPr>
          <a:xfrm>
            <a:off x="6742467" y="4140578"/>
            <a:ext cx="2096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11" name="Google Shape;411;p45"/>
          <p:cNvSpPr txBox="1">
            <a:spLocks noGrp="1"/>
          </p:cNvSpPr>
          <p:nvPr>
            <p:ph type="body" idx="7"/>
          </p:nvPr>
        </p:nvSpPr>
        <p:spPr>
          <a:xfrm>
            <a:off x="6742467" y="4885867"/>
            <a:ext cx="2096100" cy="13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12" name="Google Shape;412;p45"/>
          <p:cNvSpPr txBox="1">
            <a:spLocks noGrp="1"/>
          </p:cNvSpPr>
          <p:nvPr>
            <p:ph type="subTitle" idx="8"/>
          </p:nvPr>
        </p:nvSpPr>
        <p:spPr>
          <a:xfrm>
            <a:off x="4188633" y="4140578"/>
            <a:ext cx="2096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orum"/>
              <a:buNone/>
              <a:defRPr sz="24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13" name="Google Shape;413;p45"/>
          <p:cNvSpPr txBox="1">
            <a:spLocks noGrp="1"/>
          </p:cNvSpPr>
          <p:nvPr>
            <p:ph type="body" idx="9"/>
          </p:nvPr>
        </p:nvSpPr>
        <p:spPr>
          <a:xfrm>
            <a:off x="4188633" y="4885867"/>
            <a:ext cx="2096100" cy="135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45"/>
          <p:cNvSpPr txBox="1">
            <a:spLocks noGrp="1"/>
          </p:cNvSpPr>
          <p:nvPr>
            <p:ph type="subTitle" idx="13"/>
          </p:nvPr>
        </p:nvSpPr>
        <p:spPr>
          <a:xfrm>
            <a:off x="310433" y="4450533"/>
            <a:ext cx="2622000" cy="17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3">
  <p:cSld name="BLANK_1_1_1_1_1_1_1_1_1_1_1">
    <p:bg>
      <p:bgPr>
        <a:solidFill>
          <a:schemeClr val="dk2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7" name="Google Shape;417;p46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8" name="Google Shape;418;p46"/>
          <p:cNvSpPr txBox="1">
            <a:spLocks noGrp="1"/>
          </p:cNvSpPr>
          <p:nvPr>
            <p:ph type="subTitle" idx="2"/>
          </p:nvPr>
        </p:nvSpPr>
        <p:spPr>
          <a:xfrm>
            <a:off x="8107600" y="607390"/>
            <a:ext cx="4283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19" name="Google Shape;419;p46"/>
          <p:cNvSpPr txBox="1">
            <a:spLocks noGrp="1"/>
          </p:cNvSpPr>
          <p:nvPr>
            <p:ph type="title"/>
          </p:nvPr>
        </p:nvSpPr>
        <p:spPr>
          <a:xfrm>
            <a:off x="304800" y="496661"/>
            <a:ext cx="4646700" cy="11373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ubTitle" idx="3"/>
          </p:nvPr>
        </p:nvSpPr>
        <p:spPr>
          <a:xfrm>
            <a:off x="8107600" y="2138658"/>
            <a:ext cx="4283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21" name="Google Shape;421;p46"/>
          <p:cNvSpPr txBox="1">
            <a:spLocks noGrp="1"/>
          </p:cNvSpPr>
          <p:nvPr>
            <p:ph type="subTitle" idx="4"/>
          </p:nvPr>
        </p:nvSpPr>
        <p:spPr>
          <a:xfrm>
            <a:off x="8107600" y="3657956"/>
            <a:ext cx="4283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22" name="Google Shape;422;p46"/>
          <p:cNvSpPr txBox="1">
            <a:spLocks noGrp="1"/>
          </p:cNvSpPr>
          <p:nvPr>
            <p:ph type="subTitle" idx="5"/>
          </p:nvPr>
        </p:nvSpPr>
        <p:spPr>
          <a:xfrm>
            <a:off x="8107600" y="5257798"/>
            <a:ext cx="42831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1_1_1_1_1_1_1_1">
    <p:bg>
      <p:bgPr>
        <a:solidFill>
          <a:schemeClr val="accent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/>
        </p:nvSpPr>
        <p:spPr>
          <a:xfrm>
            <a:off x="6158600" y="0"/>
            <a:ext cx="60336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25" name="Google Shape;425;p47"/>
          <p:cNvSpPr>
            <a:spLocks noGrp="1"/>
          </p:cNvSpPr>
          <p:nvPr>
            <p:ph type="pic" idx="2"/>
          </p:nvPr>
        </p:nvSpPr>
        <p:spPr>
          <a:xfrm>
            <a:off x="6709400" y="613733"/>
            <a:ext cx="5045100" cy="5631300"/>
          </a:xfrm>
          <a:prstGeom prst="roundRect">
            <a:avLst>
              <a:gd name="adj" fmla="val 10497"/>
            </a:avLst>
          </a:prstGeom>
          <a:noFill/>
          <a:ln>
            <a:noFill/>
          </a:ln>
        </p:spPr>
      </p:sp>
      <p:sp>
        <p:nvSpPr>
          <p:cNvPr id="426" name="Google Shape;426;p47"/>
          <p:cNvSpPr txBox="1">
            <a:spLocks noGrp="1"/>
          </p:cNvSpPr>
          <p:nvPr>
            <p:ph type="title"/>
          </p:nvPr>
        </p:nvSpPr>
        <p:spPr>
          <a:xfrm>
            <a:off x="304800" y="544056"/>
            <a:ext cx="5372700" cy="399300"/>
          </a:xfrm>
          <a:prstGeom prst="rect">
            <a:avLst/>
          </a:prstGeom>
        </p:spPr>
        <p:txBody>
          <a:bodyPr spcFirstLastPara="1" wrap="square" lIns="121900" tIns="121900" rIns="121900" bIns="0" anchor="t" anchorCtr="0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27" name="Google Shape;427;p47"/>
          <p:cNvSpPr txBox="1">
            <a:spLocks noGrp="1"/>
          </p:cNvSpPr>
          <p:nvPr>
            <p:ph type="subTitle" idx="1"/>
          </p:nvPr>
        </p:nvSpPr>
        <p:spPr>
          <a:xfrm>
            <a:off x="1081600" y="4450400"/>
            <a:ext cx="3909900" cy="179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28" name="Google Shape;428;p47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ge pink">
  <p:cSld name="CUSTOM_1">
    <p:bg>
      <p:bgPr>
        <a:solidFill>
          <a:schemeClr val="accent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subTitle" idx="1"/>
          </p:nvPr>
        </p:nvSpPr>
        <p:spPr>
          <a:xfrm>
            <a:off x="3048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1" name="Google Shape;431;p48"/>
          <p:cNvSpPr>
            <a:spLocks noGrp="1"/>
          </p:cNvSpPr>
          <p:nvPr>
            <p:ph type="pic" idx="2"/>
          </p:nvPr>
        </p:nvSpPr>
        <p:spPr>
          <a:xfrm>
            <a:off x="47196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32" name="Google Shape;432;p48"/>
          <p:cNvSpPr txBox="1">
            <a:spLocks noGrp="1"/>
          </p:cNvSpPr>
          <p:nvPr>
            <p:ph type="subTitle" idx="3"/>
          </p:nvPr>
        </p:nvSpPr>
        <p:spPr>
          <a:xfrm>
            <a:off x="85516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4"/>
          </p:nvPr>
        </p:nvSpPr>
        <p:spPr>
          <a:xfrm>
            <a:off x="44282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48"/>
          <p:cNvSpPr>
            <a:spLocks noGrp="1"/>
          </p:cNvSpPr>
          <p:nvPr>
            <p:ph type="pic" idx="5"/>
          </p:nvPr>
        </p:nvSpPr>
        <p:spPr>
          <a:xfrm>
            <a:off x="5962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36" name="Google Shape;436;p48"/>
          <p:cNvSpPr>
            <a:spLocks noGrp="1"/>
          </p:cNvSpPr>
          <p:nvPr>
            <p:ph type="pic" idx="6"/>
          </p:nvPr>
        </p:nvSpPr>
        <p:spPr>
          <a:xfrm>
            <a:off x="88430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37" name="Google Shape;437;p48"/>
          <p:cNvSpPr txBox="1">
            <a:spLocks noGrp="1"/>
          </p:cNvSpPr>
          <p:nvPr>
            <p:ph type="subTitle" idx="7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8" name="Google Shape;438;p48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ge yellow">
  <p:cSld name="CUSTOM_1_1">
    <p:bg>
      <p:bgPr>
        <a:solidFill>
          <a:schemeClr val="accent2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>
            <a:spLocks noGrp="1"/>
          </p:cNvSpPr>
          <p:nvPr>
            <p:ph type="pic" idx="2"/>
          </p:nvPr>
        </p:nvSpPr>
        <p:spPr>
          <a:xfrm>
            <a:off x="47196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41" name="Google Shape;441;p49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subTitle" idx="1"/>
          </p:nvPr>
        </p:nvSpPr>
        <p:spPr>
          <a:xfrm>
            <a:off x="3048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3"/>
          </p:nvPr>
        </p:nvSpPr>
        <p:spPr>
          <a:xfrm>
            <a:off x="85516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4" name="Google Shape;444;p49"/>
          <p:cNvSpPr txBox="1">
            <a:spLocks noGrp="1"/>
          </p:cNvSpPr>
          <p:nvPr>
            <p:ph type="subTitle" idx="4"/>
          </p:nvPr>
        </p:nvSpPr>
        <p:spPr>
          <a:xfrm>
            <a:off x="44282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5" name="Google Shape;445;p49"/>
          <p:cNvSpPr>
            <a:spLocks noGrp="1"/>
          </p:cNvSpPr>
          <p:nvPr>
            <p:ph type="pic" idx="5"/>
          </p:nvPr>
        </p:nvSpPr>
        <p:spPr>
          <a:xfrm>
            <a:off x="5962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46" name="Google Shape;446;p49"/>
          <p:cNvSpPr>
            <a:spLocks noGrp="1"/>
          </p:cNvSpPr>
          <p:nvPr>
            <p:ph type="pic" idx="6"/>
          </p:nvPr>
        </p:nvSpPr>
        <p:spPr>
          <a:xfrm>
            <a:off x="88430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47" name="Google Shape;447;p49"/>
          <p:cNvSpPr txBox="1">
            <a:spLocks noGrp="1"/>
          </p:cNvSpPr>
          <p:nvPr>
            <p:ph type="subTitle" idx="7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8" name="Google Shape;448;p49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ge purple">
  <p:cSld name="CUSTOM_1_1_1">
    <p:bg>
      <p:bgPr>
        <a:solidFill>
          <a:schemeClr val="lt2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>
            <a:spLocks noGrp="1"/>
          </p:cNvSpPr>
          <p:nvPr>
            <p:ph type="pic" idx="2"/>
          </p:nvPr>
        </p:nvSpPr>
        <p:spPr>
          <a:xfrm>
            <a:off x="47196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51" name="Google Shape;451;p50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452" name="Google Shape;452;p50"/>
          <p:cNvSpPr txBox="1">
            <a:spLocks noGrp="1"/>
          </p:cNvSpPr>
          <p:nvPr>
            <p:ph type="subTitle" idx="1"/>
          </p:nvPr>
        </p:nvSpPr>
        <p:spPr>
          <a:xfrm>
            <a:off x="3048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subTitle" idx="3"/>
          </p:nvPr>
        </p:nvSpPr>
        <p:spPr>
          <a:xfrm>
            <a:off x="85516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subTitle" idx="4"/>
          </p:nvPr>
        </p:nvSpPr>
        <p:spPr>
          <a:xfrm>
            <a:off x="44282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5" name="Google Shape;455;p50"/>
          <p:cNvSpPr>
            <a:spLocks noGrp="1"/>
          </p:cNvSpPr>
          <p:nvPr>
            <p:ph type="pic" idx="5"/>
          </p:nvPr>
        </p:nvSpPr>
        <p:spPr>
          <a:xfrm>
            <a:off x="5962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56" name="Google Shape;456;p50"/>
          <p:cNvSpPr>
            <a:spLocks noGrp="1"/>
          </p:cNvSpPr>
          <p:nvPr>
            <p:ph type="pic" idx="6"/>
          </p:nvPr>
        </p:nvSpPr>
        <p:spPr>
          <a:xfrm>
            <a:off x="8843000" y="1891700"/>
            <a:ext cx="2752800" cy="3074700"/>
          </a:xfrm>
          <a:prstGeom prst="roundRect">
            <a:avLst>
              <a:gd name="adj" fmla="val 15772"/>
            </a:avLst>
          </a:prstGeom>
          <a:noFill/>
          <a:ln>
            <a:noFill/>
          </a:ln>
        </p:spPr>
      </p:sp>
      <p:sp>
        <p:nvSpPr>
          <p:cNvPr id="457" name="Google Shape;457;p50"/>
          <p:cNvSpPr txBox="1">
            <a:spLocks noGrp="1"/>
          </p:cNvSpPr>
          <p:nvPr>
            <p:ph type="subTitle" idx="7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58" name="Google Shape;458;p50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oints">
  <p:cSld name="CUSTOM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61" name="Google Shape;461;p51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11582400" cy="783600"/>
          </a:xfrm>
          <a:prstGeom prst="rect">
            <a:avLst/>
          </a:prstGeom>
        </p:spPr>
        <p:txBody>
          <a:bodyPr spcFirstLastPara="1" wrap="square" lIns="121900" tIns="0" rIns="121900" bIns="121900" anchor="t" anchorCtr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700"/>
            </a:lvl9pPr>
          </a:lstStyle>
          <a:p>
            <a:endParaRPr/>
          </a:p>
        </p:txBody>
      </p:sp>
      <p:sp>
        <p:nvSpPr>
          <p:cNvPr id="462" name="Google Shape;462;p51"/>
          <p:cNvSpPr txBox="1">
            <a:spLocks noGrp="1"/>
          </p:cNvSpPr>
          <p:nvPr>
            <p:ph type="subTitle" idx="2"/>
          </p:nvPr>
        </p:nvSpPr>
        <p:spPr>
          <a:xfrm>
            <a:off x="3048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subTitle" idx="3"/>
          </p:nvPr>
        </p:nvSpPr>
        <p:spPr>
          <a:xfrm>
            <a:off x="85516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subTitle" idx="4"/>
          </p:nvPr>
        </p:nvSpPr>
        <p:spPr>
          <a:xfrm>
            <a:off x="4428200" y="5271300"/>
            <a:ext cx="33357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65" name="Google Shape;465;p51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7_1_1_1_1_1_1_1_1_1_1_1_1_1_1_1_1_1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2"/>
          <p:cNvSpPr txBox="1"/>
          <p:nvPr/>
        </p:nvSpPr>
        <p:spPr>
          <a:xfrm>
            <a:off x="10970533" y="6403200"/>
            <a:ext cx="9168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0" bIns="1219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9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8" name="Google Shape;468;p52"/>
          <p:cNvSpPr txBox="1">
            <a:spLocks noGrp="1"/>
          </p:cNvSpPr>
          <p:nvPr>
            <p:ph type="subTitle" idx="1"/>
          </p:nvPr>
        </p:nvSpPr>
        <p:spPr>
          <a:xfrm>
            <a:off x="304800" y="6521412"/>
            <a:ext cx="1967700" cy="1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DM Sans"/>
              <a:buNone/>
              <a:defRPr sz="9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69" name="Google Shape;469;p52"/>
          <p:cNvSpPr txBox="1">
            <a:spLocks noGrp="1"/>
          </p:cNvSpPr>
          <p:nvPr>
            <p:ph type="subTitle" idx="2"/>
          </p:nvPr>
        </p:nvSpPr>
        <p:spPr>
          <a:xfrm>
            <a:off x="5771600" y="523264"/>
            <a:ext cx="20352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subTitle" idx="3"/>
          </p:nvPr>
        </p:nvSpPr>
        <p:spPr>
          <a:xfrm>
            <a:off x="7983633" y="666068"/>
            <a:ext cx="3901500" cy="832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subTitle" idx="4"/>
          </p:nvPr>
        </p:nvSpPr>
        <p:spPr>
          <a:xfrm>
            <a:off x="5771600" y="2160594"/>
            <a:ext cx="20352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subTitle" idx="5"/>
          </p:nvPr>
        </p:nvSpPr>
        <p:spPr>
          <a:xfrm>
            <a:off x="7983633" y="2303401"/>
            <a:ext cx="3901500" cy="832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subTitle" idx="6"/>
          </p:nvPr>
        </p:nvSpPr>
        <p:spPr>
          <a:xfrm>
            <a:off x="5771600" y="3800141"/>
            <a:ext cx="20352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subTitle" idx="7"/>
          </p:nvPr>
        </p:nvSpPr>
        <p:spPr>
          <a:xfrm>
            <a:off x="7983633" y="3942937"/>
            <a:ext cx="3901500" cy="832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subTitle" idx="8"/>
          </p:nvPr>
        </p:nvSpPr>
        <p:spPr>
          <a:xfrm>
            <a:off x="5771600" y="5437293"/>
            <a:ext cx="2035200" cy="514500"/>
          </a:xfrm>
          <a:prstGeom prst="rect">
            <a:avLst/>
          </a:prstGeom>
        </p:spPr>
        <p:txBody>
          <a:bodyPr spcFirstLastPara="1" wrap="square" lIns="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Forum"/>
              <a:buNone/>
              <a:defRPr sz="2100">
                <a:latin typeface="Forum"/>
                <a:ea typeface="Forum"/>
                <a:cs typeface="Forum"/>
                <a:sym typeface="Forum"/>
              </a:defRPr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subTitle" idx="9"/>
          </p:nvPr>
        </p:nvSpPr>
        <p:spPr>
          <a:xfrm>
            <a:off x="7983633" y="5580101"/>
            <a:ext cx="3901500" cy="6648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None/>
              <a:defRPr sz="13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title"/>
          </p:nvPr>
        </p:nvSpPr>
        <p:spPr>
          <a:xfrm>
            <a:off x="304800" y="613467"/>
            <a:ext cx="3779700" cy="783600"/>
          </a:xfrm>
          <a:prstGeom prst="rect">
            <a:avLst/>
          </a:prstGeom>
        </p:spPr>
        <p:txBody>
          <a:bodyPr spcFirstLastPara="1" wrap="square" lIns="0" tIns="0" rIns="121900" bIns="121900" anchor="t" anchorCtr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2">
    <p:bg>
      <p:bgPr>
        <a:solidFill>
          <a:schemeClr val="dk2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/>
          <p:nvPr/>
        </p:nvSpPr>
        <p:spPr>
          <a:xfrm>
            <a:off x="6158600" y="0"/>
            <a:ext cx="6033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480" name="Google Shape;480;p53"/>
          <p:cNvSpPr txBox="1">
            <a:spLocks noGrp="1"/>
          </p:cNvSpPr>
          <p:nvPr>
            <p:ph type="title"/>
          </p:nvPr>
        </p:nvSpPr>
        <p:spPr>
          <a:xfrm>
            <a:off x="304800" y="5386267"/>
            <a:ext cx="5728500" cy="858900"/>
          </a:xfrm>
          <a:prstGeom prst="rect">
            <a:avLst/>
          </a:prstGeom>
        </p:spPr>
        <p:txBody>
          <a:bodyPr spcFirstLastPara="1" wrap="square" lIns="0" tIns="0" rIns="121900" bIns="0" anchor="b" anchorCtr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300"/>
              <a:buFont typeface="Forum"/>
              <a:buNone/>
              <a:defRPr sz="9300"/>
            </a:lvl9pPr>
          </a:lstStyle>
          <a:p>
            <a:endParaRPr/>
          </a:p>
        </p:txBody>
      </p:sp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6659867" y="609600"/>
            <a:ext cx="5227200" cy="17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84" name="Google Shape;484;p5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5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93" name="Google Shape;493;p5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503" name="Google Shape;503;p6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04" name="Google Shape;504;p6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9" name="Google Shape;509;p6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5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65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14" name="Google Shape;514;p65"/>
          <p:cNvSpPr txBox="1">
            <a:spLocks noGrp="1"/>
          </p:cNvSpPr>
          <p:nvPr>
            <p:ph type="subTitle" idx="2"/>
          </p:nvPr>
        </p:nvSpPr>
        <p:spPr>
          <a:xfrm>
            <a:off x="5875533" y="1535607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15" name="Google Shape;515;p65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16" name="Google Shape;516;p65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17" name="Google Shape;517;p65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18" name="Google Shape;518;p65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22" name="Google Shape;522;p6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7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25" name="Google Shape;525;p6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26" name="Google Shape;526;p6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27" name="Google Shape;527;p6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28" name="Google Shape;528;p6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6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32" name="Google Shape;532;p68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33" name="Google Shape;533;p68"/>
          <p:cNvSpPr txBox="1">
            <a:spLocks noGrp="1"/>
          </p:cNvSpPr>
          <p:nvPr>
            <p:ph type="subTitle" idx="3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34" name="Google Shape;534;p68"/>
          <p:cNvSpPr txBox="1">
            <a:spLocks noGrp="1"/>
          </p:cNvSpPr>
          <p:nvPr>
            <p:ph type="subTitle" idx="4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35" name="Google Shape;535;p68"/>
          <p:cNvSpPr txBox="1">
            <a:spLocks noGrp="1"/>
          </p:cNvSpPr>
          <p:nvPr>
            <p:ph type="subTitle" idx="5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36" name="Google Shape;536;p68"/>
          <p:cNvSpPr txBox="1">
            <a:spLocks noGrp="1"/>
          </p:cNvSpPr>
          <p:nvPr>
            <p:ph type="body" idx="6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11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11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11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1100"/>
              </a:spcBef>
              <a:spcAft>
                <a:spcPts val="110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39" name="Google Shape;539;p6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40" name="Google Shape;540;p69"/>
          <p:cNvSpPr txBox="1">
            <a:spLocks noGrp="1"/>
          </p:cNvSpPr>
          <p:nvPr>
            <p:ph type="body" idx="3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41" name="Google Shape;541;p69"/>
          <p:cNvSpPr txBox="1">
            <a:spLocks noGrp="1"/>
          </p:cNvSpPr>
          <p:nvPr>
            <p:ph type="body" idx="4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542" name="Google Shape;542;p69"/>
          <p:cNvSpPr txBox="1">
            <a:spLocks noGrp="1"/>
          </p:cNvSpPr>
          <p:nvPr>
            <p:ph type="title"/>
          </p:nvPr>
        </p:nvSpPr>
        <p:spPr>
          <a:xfrm>
            <a:off x="489000" y="600033"/>
            <a:ext cx="10912800" cy="1010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543" name="Google Shape;543;p6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44" name="Google Shape;544;p69"/>
          <p:cNvSpPr txBox="1">
            <a:spLocks noGrp="1"/>
          </p:cNvSpPr>
          <p:nvPr>
            <p:ph type="subTitle" idx="6"/>
          </p:nvPr>
        </p:nvSpPr>
        <p:spPr>
          <a:xfrm>
            <a:off x="6584983" y="1703876"/>
            <a:ext cx="5118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45" name="Google Shape;545;p69"/>
          <p:cNvSpPr txBox="1">
            <a:spLocks noGrp="1"/>
          </p:cNvSpPr>
          <p:nvPr>
            <p:ph type="subTitle" idx="7"/>
          </p:nvPr>
        </p:nvSpPr>
        <p:spPr>
          <a:xfrm>
            <a:off x="6585014" y="4223150"/>
            <a:ext cx="5118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46" name="Google Shape;546;p6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70"/>
          <p:cNvSpPr>
            <a:spLocks noGrp="1"/>
          </p:cNvSpPr>
          <p:nvPr>
            <p:ph type="pic" idx="2"/>
          </p:nvPr>
        </p:nvSpPr>
        <p:spPr>
          <a:xfrm>
            <a:off x="415600" y="1560567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52" name="Google Shape;552;p71"/>
          <p:cNvSpPr>
            <a:spLocks noGrp="1"/>
          </p:cNvSpPr>
          <p:nvPr>
            <p:ph type="pic" idx="2"/>
          </p:nvPr>
        </p:nvSpPr>
        <p:spPr>
          <a:xfrm>
            <a:off x="64064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71"/>
          <p:cNvSpPr>
            <a:spLocks noGrp="1"/>
          </p:cNvSpPr>
          <p:nvPr>
            <p:ph type="pic" idx="3"/>
          </p:nvPr>
        </p:nvSpPr>
        <p:spPr>
          <a:xfrm>
            <a:off x="415633" y="1511067"/>
            <a:ext cx="53700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7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55" name="Google Shape;555;p7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7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7" name="Google Shape;557;p7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8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100"/>
              </a:spcBef>
              <a:spcAft>
                <a:spcPts val="1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60" name="Google Shape;560;p7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7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7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8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63" name="Google Shape;563;p7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7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8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65" name="Google Shape;565;p7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7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7" name="Google Shape;567;p7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8" name="Google Shape;568;p7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3"/>
          <p:cNvSpPr>
            <a:spLocks noGrp="1"/>
          </p:cNvSpPr>
          <p:nvPr>
            <p:ph type="pic" idx="2"/>
          </p:nvPr>
        </p:nvSpPr>
        <p:spPr>
          <a:xfrm>
            <a:off x="415600" y="593367"/>
            <a:ext cx="11360700" cy="562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7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4" name="Google Shape;574;p7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74"/>
          <p:cNvSpPr>
            <a:spLocks noGrp="1"/>
          </p:cNvSpPr>
          <p:nvPr>
            <p:ph type="pic" idx="5"/>
          </p:nvPr>
        </p:nvSpPr>
        <p:spPr>
          <a:xfrm>
            <a:off x="4519450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74"/>
          <p:cNvSpPr>
            <a:spLocks noGrp="1"/>
          </p:cNvSpPr>
          <p:nvPr>
            <p:ph type="pic" idx="6"/>
          </p:nvPr>
        </p:nvSpPr>
        <p:spPr>
          <a:xfrm>
            <a:off x="6927897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7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74"/>
          <p:cNvSpPr txBox="1">
            <a:spLocks noGrp="1"/>
          </p:cNvSpPr>
          <p:nvPr>
            <p:ph type="title"/>
          </p:nvPr>
        </p:nvSpPr>
        <p:spPr>
          <a:xfrm>
            <a:off x="468733" y="593367"/>
            <a:ext cx="3462300" cy="227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74"/>
          <p:cNvSpPr>
            <a:spLocks noGrp="1"/>
          </p:cNvSpPr>
          <p:nvPr>
            <p:ph type="pic" idx="8"/>
          </p:nvPr>
        </p:nvSpPr>
        <p:spPr>
          <a:xfrm>
            <a:off x="4519450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74"/>
          <p:cNvSpPr>
            <a:spLocks noGrp="1"/>
          </p:cNvSpPr>
          <p:nvPr>
            <p:ph type="pic" idx="9"/>
          </p:nvPr>
        </p:nvSpPr>
        <p:spPr>
          <a:xfrm>
            <a:off x="6927897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74"/>
          <p:cNvSpPr>
            <a:spLocks noGrp="1"/>
          </p:cNvSpPr>
          <p:nvPr>
            <p:ph type="pic" idx="13"/>
          </p:nvPr>
        </p:nvSpPr>
        <p:spPr>
          <a:xfrm>
            <a:off x="9336343" y="4652649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41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47" Type="http://schemas.openxmlformats.org/officeDocument/2006/relationships/slideLayout" Target="../slideLayouts/slideLayout71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5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44.xml"/><Relationship Id="rId41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body" idx="1"/>
          </p:nvPr>
        </p:nvSpPr>
        <p:spPr>
          <a:xfrm>
            <a:off x="304800" y="1936167"/>
            <a:ext cx="7680900" cy="4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115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115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439533" y="682000"/>
            <a:ext cx="81537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Forum"/>
              <a:buNone/>
              <a:defRPr sz="4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2"/>
          </p:nvPr>
        </p:nvSpPr>
        <p:spPr>
          <a:xfrm>
            <a:off x="5721333" y="2083967"/>
            <a:ext cx="4971300" cy="3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●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○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DM Sans"/>
              <a:buChar char="■"/>
              <a:defRPr sz="13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8" r:id="rId37"/>
    <p:sldLayoutId id="2147483709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18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488">
          <p15:clr>
            <a:srgbClr val="E46962"/>
          </p15:clr>
        </p15:guide>
        <p15:guide id="2" pos="192">
          <p15:clr>
            <a:srgbClr val="E46962"/>
          </p15:clr>
        </p15:guide>
        <p15:guide id="3" orient="horz" pos="192">
          <p15:clr>
            <a:srgbClr val="E46962"/>
          </p15:clr>
        </p15:guide>
        <p15:guide id="4" orient="horz" pos="4126">
          <p15:clr>
            <a:srgbClr val="E46962"/>
          </p15:clr>
        </p15:guide>
        <p15:guide id="5" pos="3801">
          <p15:clr>
            <a:srgbClr val="E46962"/>
          </p15:clr>
        </p15:guide>
        <p15:guide id="6" pos="3879">
          <p15:clr>
            <a:srgbClr val="E46962"/>
          </p15:clr>
        </p15:guide>
        <p15:guide id="7" pos="1957">
          <p15:clr>
            <a:srgbClr val="E46962"/>
          </p15:clr>
        </p15:guide>
        <p15:guide id="8" pos="2036">
          <p15:clr>
            <a:srgbClr val="E46962"/>
          </p15:clr>
        </p15:guide>
        <p15:guide id="9" pos="5635">
          <p15:clr>
            <a:srgbClr val="E46962"/>
          </p15:clr>
        </p15:guide>
        <p15:guide id="10" pos="5714">
          <p15:clr>
            <a:srgbClr val="E46962"/>
          </p15:clr>
        </p15:guide>
        <p15:guide id="11" pos="5030">
          <p15:clr>
            <a:srgbClr val="E46962"/>
          </p15:clr>
        </p15:guide>
        <p15:guide id="12" pos="5107">
          <p15:clr>
            <a:srgbClr val="E46962"/>
          </p15:clr>
        </p15:guide>
        <p15:guide id="13" pos="2573">
          <p15:clr>
            <a:srgbClr val="E46962"/>
          </p15:clr>
        </p15:guide>
        <p15:guide id="14" pos="2650">
          <p15:clr>
            <a:srgbClr val="E46962"/>
          </p15:clr>
        </p15:guide>
        <p15:guide id="15" orient="horz" pos="384">
          <p15:clr>
            <a:srgbClr val="E46962"/>
          </p15:clr>
        </p15:guide>
        <p15:guide id="16" orient="horz" pos="3934">
          <p15:clr>
            <a:srgbClr val="E46962"/>
          </p15:clr>
        </p15:guide>
        <p15:guide id="17" orient="horz" pos="1513">
          <p15:clr>
            <a:srgbClr val="E46962"/>
          </p15:clr>
        </p15:guide>
        <p15:guide id="18" orient="horz" pos="1592">
          <p15:clr>
            <a:srgbClr val="E46962"/>
          </p15:clr>
        </p15:guide>
        <p15:guide id="19" orient="horz" pos="2725">
          <p15:clr>
            <a:srgbClr val="E46962"/>
          </p15:clr>
        </p15:guide>
        <p15:guide id="20" orient="horz" pos="28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rgey-747/Diploma-thesis/pull/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5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11360700" cy="147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Как пользоваться шаблоном </a:t>
            </a:r>
            <a:br>
              <a:rPr lang="ru-RU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>
                <a:solidFill>
                  <a:srgbClr val="7334E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для дипломного проекта</a:t>
            </a:r>
            <a:endParaRPr>
              <a:solidFill>
                <a:srgbClr val="7334E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7" name="Google Shape;587;p75"/>
          <p:cNvSpPr txBox="1">
            <a:spLocks noGrp="1"/>
          </p:cNvSpPr>
          <p:nvPr>
            <p:ph type="body" idx="1"/>
          </p:nvPr>
        </p:nvSpPr>
        <p:spPr>
          <a:xfrm>
            <a:off x="360000" y="2520000"/>
            <a:ext cx="10954800" cy="4027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Перед вами шаблон, в котором вы можете менять </a:t>
            </a:r>
            <a:b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последовательность, содержание слайдов и добавлять </a:t>
            </a:r>
            <a:b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новые на ваше усмотрение. </a:t>
            </a:r>
            <a:endParaRPr sz="19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Варианты работы с шаблоном: </a:t>
            </a:r>
            <a:endParaRPr sz="19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Montserrat Medium"/>
              <a:buChar char="●"/>
            </a:pP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Скачать файл и работать локально на своем компьютере: </a:t>
            </a:r>
            <a:b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Файл → Скачать → Microsoft PowerPoint (.pptx).</a:t>
            </a:r>
            <a:endParaRPr sz="19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Montserrat Medium"/>
              <a:buChar char="●"/>
            </a:pP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Сделать копию и работать на гугл-диске: </a:t>
            </a:r>
            <a:b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Файл → Создать копию → Вся презентация → Создать копию.</a:t>
            </a:r>
            <a:endParaRPr sz="19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Внизу экрана (под слайдами) находятся заметки докладчика </a:t>
            </a:r>
            <a:b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9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 пояснением, что можно добавить на слайд.</a:t>
            </a:r>
            <a:endParaRPr sz="1900">
              <a:solidFill>
                <a:schemeClr val="accen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8" name="Google Shape;588;p75"/>
          <p:cNvSpPr txBox="1">
            <a:spLocks noGrp="1"/>
          </p:cNvSpPr>
          <p:nvPr>
            <p:ph type="body" idx="1"/>
          </p:nvPr>
        </p:nvSpPr>
        <p:spPr>
          <a:xfrm>
            <a:off x="360000" y="360000"/>
            <a:ext cx="11360700" cy="492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слайд</a:t>
            </a:r>
            <a:endParaRPr sz="16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75"/>
          <p:cNvSpPr txBox="1"/>
          <p:nvPr/>
        </p:nvSpPr>
        <p:spPr>
          <a:xfrm>
            <a:off x="1912050" y="2144900"/>
            <a:ext cx="609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334EA"/>
            </a:gs>
            <a:gs pos="100000">
              <a:srgbClr val="1D0055"/>
            </a:gs>
          </a:gsLst>
          <a:lin ang="2700006" scaled="0"/>
        </a:gra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6"/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9576300" cy="37086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Разработка и внедрение систем автоматизированного тестирования веб-приложения и API «</a:t>
            </a:r>
            <a:r>
              <a:rPr lang="ru-RU" sz="4500" dirty="0" err="1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Кинопоиск</a:t>
            </a:r>
            <a:r>
              <a:rPr lang="ru-RU" sz="4500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»</a:t>
            </a:r>
          </a:p>
        </p:txBody>
      </p:sp>
      <p:sp>
        <p:nvSpPr>
          <p:cNvPr id="595" name="Google Shape;595;p76"/>
          <p:cNvSpPr txBox="1">
            <a:spLocks noGrp="1"/>
          </p:cNvSpPr>
          <p:nvPr>
            <p:ph type="body" idx="1"/>
          </p:nvPr>
        </p:nvSpPr>
        <p:spPr>
          <a:xfrm>
            <a:off x="360000" y="5040000"/>
            <a:ext cx="7076400" cy="15060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Сергей Ганин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Номер потока </a:t>
            </a:r>
            <a:r>
              <a:rPr lang="en-US" dirty="0" smtClean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QA </a:t>
            </a:r>
            <a:r>
              <a:rPr lang="ru-RU" dirty="0" smtClean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135.2 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7"/>
          <p:cNvSpPr txBox="1">
            <a:spLocks noGrp="1"/>
          </p:cNvSpPr>
          <p:nvPr>
            <p:ph type="title"/>
          </p:nvPr>
        </p:nvSpPr>
        <p:spPr>
          <a:xfrm>
            <a:off x="360000" y="298504"/>
            <a:ext cx="11248800" cy="147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Описание тестируемого </a:t>
            </a:r>
            <a:b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приложения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2" name="Google Shape;602;p77"/>
          <p:cNvSpPr txBox="1">
            <a:spLocks noGrp="1"/>
          </p:cNvSpPr>
          <p:nvPr>
            <p:ph type="body" idx="1"/>
          </p:nvPr>
        </p:nvSpPr>
        <p:spPr>
          <a:xfrm>
            <a:off x="360000" y="1608906"/>
            <a:ext cx="11248800" cy="124953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качестве тестируемых приложений были выбраны: публичный неофициальный программный интерфейс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Kinopoisk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API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Unofficial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(доступный по адресу https://kinopoiskapiunofficial.tech) и  WEB сайт: kinopoisk.ru.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3" name="Google Shape;603;p77"/>
          <p:cNvSpPr txBox="1">
            <a:spLocks noGrp="1"/>
          </p:cNvSpPr>
          <p:nvPr>
            <p:ph type="body" idx="1"/>
          </p:nvPr>
        </p:nvSpPr>
        <p:spPr>
          <a:xfrm>
            <a:off x="424008" y="2742704"/>
            <a:ext cx="11017246" cy="202282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Сайт «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Кинопоиск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 </a:t>
            </a: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предоставляет пользователям максимально полную информацию о кинематографе (фильмах, сериалах, мультфильмах), а также обеспечивает доступа к их легальному онлайн-просмотру, п</a:t>
            </a:r>
            <a:r>
              <a:rPr lang="ru-RU" sz="1600" dirty="0" smtClean="0">
                <a:solidFill>
                  <a:schemeClr val="tx1"/>
                </a:solidFill>
              </a:rPr>
              <a:t>редоставляет </a:t>
            </a:r>
            <a:r>
              <a:rPr lang="ru-RU" sz="1600" dirty="0">
                <a:solidFill>
                  <a:schemeClr val="tx1"/>
                </a:solidFill>
              </a:rPr>
              <a:t>структурированные данные о фильмах, сериалах, актерском составе, кассовых сборах, премиях и связанных медиа-материалах базы данных «</a:t>
            </a:r>
            <a:r>
              <a:rPr lang="ru-RU" sz="1600" dirty="0" err="1">
                <a:solidFill>
                  <a:schemeClr val="tx1"/>
                </a:solidFill>
              </a:rPr>
              <a:t>Кинопоиск</a:t>
            </a:r>
            <a:r>
              <a:rPr lang="ru-RU" sz="1600" dirty="0">
                <a:solidFill>
                  <a:schemeClr val="tx1"/>
                </a:solidFill>
              </a:rPr>
              <a:t>»</a:t>
            </a:r>
            <a:r>
              <a:rPr lang="ru-RU" sz="16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ru-RU"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4" name="Google Shape;604;p77"/>
          <p:cNvSpPr txBox="1">
            <a:spLocks noGrp="1"/>
          </p:cNvSpPr>
          <p:nvPr>
            <p:ph type="body" idx="1"/>
          </p:nvPr>
        </p:nvSpPr>
        <p:spPr>
          <a:xfrm>
            <a:off x="424008" y="4328115"/>
            <a:ext cx="8470500" cy="19943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Выбранные функции для тестирования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глобальный поиск контента по фильтру </a:t>
            </a: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авторизация и личный профиль </a:t>
            </a: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онлайн-кинотеатр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8"/>
          <p:cNvSpPr txBox="1">
            <a:spLocks noGrp="1"/>
          </p:cNvSpPr>
          <p:nvPr>
            <p:ph type="title"/>
          </p:nvPr>
        </p:nvSpPr>
        <p:spPr>
          <a:xfrm>
            <a:off x="360000" y="323118"/>
            <a:ext cx="11248800" cy="81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Цель и задачи тестирования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1" name="Google Shape;611;p78"/>
          <p:cNvSpPr txBox="1">
            <a:spLocks noGrp="1"/>
          </p:cNvSpPr>
          <p:nvPr>
            <p:ph type="body" idx="1"/>
          </p:nvPr>
        </p:nvSpPr>
        <p:spPr>
          <a:xfrm>
            <a:off x="360000" y="1226747"/>
            <a:ext cx="11248800" cy="145651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Цель: </a:t>
            </a:r>
            <a:endParaRPr lang="en-US"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проектирование и программная реализация отказоустойчивого комплекса автоматизированных UI и </a:t>
            </a:r>
            <a:r>
              <a:rPr lang="en-US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-тестов, покрывающего ключевые бизнес-сценарии целевой </a:t>
            </a: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платформы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2" name="Google Shape;612;p78"/>
          <p:cNvSpPr txBox="1">
            <a:spLocks noGrp="1"/>
          </p:cNvSpPr>
          <p:nvPr>
            <p:ph type="body" idx="1"/>
          </p:nvPr>
        </p:nvSpPr>
        <p:spPr>
          <a:xfrm>
            <a:off x="360000" y="2683259"/>
            <a:ext cx="11070000" cy="292152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Задачи:</a:t>
            </a:r>
            <a:endParaRPr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Провести анализ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требований и </a:t>
            </a: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декомпозицию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функциональности веб-ресурса.</a:t>
            </a: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Выбрать оптимальный технологический стек.</a:t>
            </a:r>
            <a:endParaRPr lang="ru-RU"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Разработать архитектуру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тестов и </a:t>
            </a: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спроектировать стабильные локаторы.</a:t>
            </a:r>
            <a:endParaRPr lang="ru-RU"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Реализовать механизмы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синхронизации и обхода систем авторизации.</a:t>
            </a: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600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Провести верификационные прогоны.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79"/>
          <p:cNvCxnSpPr/>
          <p:nvPr/>
        </p:nvCxnSpPr>
        <p:spPr>
          <a:xfrm>
            <a:off x="361743" y="2422810"/>
            <a:ext cx="11433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18" name="Google Shape;618;p79"/>
          <p:cNvSpPr txBox="1"/>
          <p:nvPr/>
        </p:nvSpPr>
        <p:spPr>
          <a:xfrm>
            <a:off x="1491905" y="2039315"/>
            <a:ext cx="1004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Этап 1</a:t>
            </a:r>
            <a:endParaRPr sz="1300" dirty="0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9" name="Google Shape;619;p79"/>
          <p:cNvSpPr txBox="1"/>
          <p:nvPr/>
        </p:nvSpPr>
        <p:spPr>
          <a:xfrm>
            <a:off x="4451852" y="1968953"/>
            <a:ext cx="1004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Этап 2</a:t>
            </a:r>
            <a:endParaRPr sz="1300" dirty="0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0" name="Google Shape;620;p79"/>
          <p:cNvSpPr txBox="1"/>
          <p:nvPr/>
        </p:nvSpPr>
        <p:spPr>
          <a:xfrm>
            <a:off x="7184281" y="1985809"/>
            <a:ext cx="1004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Этап 3</a:t>
            </a:r>
            <a:endParaRPr sz="1300" dirty="0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1" name="Google Shape;621;p79"/>
          <p:cNvSpPr txBox="1"/>
          <p:nvPr/>
        </p:nvSpPr>
        <p:spPr>
          <a:xfrm>
            <a:off x="10168466" y="1968573"/>
            <a:ext cx="1004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Этап 4</a:t>
            </a:r>
            <a:endParaRPr sz="1300" dirty="0">
              <a:solidFill>
                <a:schemeClr val="accent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5" name="Google Shape;625;p79"/>
          <p:cNvSpPr/>
          <p:nvPr/>
        </p:nvSpPr>
        <p:spPr>
          <a:xfrm>
            <a:off x="429768" y="2641900"/>
            <a:ext cx="3128375" cy="464100"/>
          </a:xfrm>
          <a:prstGeom prst="roundRect">
            <a:avLst>
              <a:gd name="adj" fmla="val 23279"/>
            </a:avLst>
          </a:prstGeom>
          <a:solidFill>
            <a:srgbClr val="7334E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Подготовка и проектирование тестов</a:t>
            </a:r>
            <a:endParaRPr sz="13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6" name="Google Shape;626;p79"/>
          <p:cNvSpPr txBox="1"/>
          <p:nvPr/>
        </p:nvSpPr>
        <p:spPr>
          <a:xfrm>
            <a:off x="894438" y="3288589"/>
            <a:ext cx="2135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Стадия 1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7" name="Google Shape;627;p79"/>
          <p:cNvSpPr txBox="1"/>
          <p:nvPr/>
        </p:nvSpPr>
        <p:spPr>
          <a:xfrm>
            <a:off x="360000" y="3600010"/>
            <a:ext cx="3047538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компонентов kinopoisk.ru (исследование DOM-дерева, определение стабильных локаторов для поиска, карточек фильмов и фильтров).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Развертывание  локального окружения, настройка изоляции сессии 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Chrome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через профиль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Проектирование  архитектуры  фреймворка.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Создание базового класса 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BasePage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 механизмами динамических ожиданий (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WebDriverWait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Создание структуры конфигурационных файлов (requirements.txt, .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.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gitignore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  <a:endParaRPr sz="12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8" name="Google Shape;628;p79"/>
          <p:cNvSpPr txBox="1"/>
          <p:nvPr/>
        </p:nvSpPr>
        <p:spPr>
          <a:xfrm>
            <a:off x="3558094" y="3533739"/>
            <a:ext cx="2135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Стадия 2</a:t>
            </a:r>
            <a:endParaRPr sz="16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9" name="Google Shape;629;p79"/>
          <p:cNvSpPr txBox="1"/>
          <p:nvPr/>
        </p:nvSpPr>
        <p:spPr>
          <a:xfrm>
            <a:off x="3546312" y="3883530"/>
            <a:ext cx="25131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Написание и отладка Тест-кейсов.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Промежуточное регрессионное тестирование разработанных скриптов.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Оптимизация локаторов под динамические изменения верстки.</a:t>
            </a:r>
            <a:endParaRPr sz="12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0" name="Google Shape;630;p79"/>
          <p:cNvSpPr txBox="1"/>
          <p:nvPr/>
        </p:nvSpPr>
        <p:spPr>
          <a:xfrm>
            <a:off x="6403696" y="3982482"/>
            <a:ext cx="2135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Стадия 3</a:t>
            </a:r>
            <a:endParaRPr sz="16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1" name="Google Shape;631;p79"/>
          <p:cNvSpPr txBox="1"/>
          <p:nvPr/>
        </p:nvSpPr>
        <p:spPr>
          <a:xfrm>
            <a:off x="6403696" y="4293903"/>
            <a:ext cx="2604000" cy="186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Интеграция 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Report во фреймворк. Разметка тестовых сценариев шагами (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allure.step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), добавление уровней критичности (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severity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и метаданных.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Реализация перехвата ошибок в 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tearDown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написание кода для автоматического снятия и прикрепления скриншотов в </a:t>
            </a:r>
            <a:r>
              <a:rPr lang="ru-RU" sz="11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</a:t>
            </a:r>
            <a:r>
              <a:rPr lang="ru-RU" sz="11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при падении тестов.</a:t>
            </a:r>
            <a:endParaRPr sz="11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2" name="Google Shape;632;p79"/>
          <p:cNvSpPr txBox="1"/>
          <p:nvPr/>
        </p:nvSpPr>
        <p:spPr>
          <a:xfrm>
            <a:off x="9037466" y="4293861"/>
            <a:ext cx="2135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Стадия 4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3" name="Google Shape;633;p79"/>
          <p:cNvSpPr txBox="1"/>
          <p:nvPr/>
        </p:nvSpPr>
        <p:spPr>
          <a:xfrm>
            <a:off x="9037466" y="4605295"/>
            <a:ext cx="24504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Итоговый прогон всего тестового сьюта. Формирование финального интерактивного HTML-отчета в 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Подготовка скриншотов графиков </a:t>
            </a:r>
            <a:r>
              <a:rPr lang="ru-RU" sz="1200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</a:t>
            </a:r>
            <a:r>
              <a:rPr lang="ru-RU" sz="12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для презентации.</a:t>
            </a:r>
            <a:endParaRPr sz="12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4" name="Google Shape;634;p79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11360700" cy="697500"/>
          </a:xfrm>
          <a:prstGeom prst="rect">
            <a:avLst/>
          </a:prstGeom>
        </p:spPr>
        <p:txBody>
          <a:bodyPr spcFirstLastPara="1" wrap="square" lIns="121900" tIns="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Montserrat SemiBold"/>
              <a:buNone/>
            </a:pPr>
            <a:r>
              <a:rPr lang="ru-RU" sz="37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Этапы тестирования</a:t>
            </a:r>
            <a:endParaRPr sz="37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5" name="Google Shape;635;p79"/>
          <p:cNvSpPr txBox="1">
            <a:spLocks noGrp="1"/>
          </p:cNvSpPr>
          <p:nvPr>
            <p:ph type="body" idx="4294967295"/>
          </p:nvPr>
        </p:nvSpPr>
        <p:spPr>
          <a:xfrm>
            <a:off x="360000" y="360000"/>
            <a:ext cx="11360700" cy="492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Этапы тестирования</a:t>
            </a:r>
            <a:endParaRPr sz="2000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79"/>
          <p:cNvSpPr/>
          <p:nvPr/>
        </p:nvSpPr>
        <p:spPr>
          <a:xfrm>
            <a:off x="3622052" y="2998948"/>
            <a:ext cx="2663700" cy="464100"/>
          </a:xfrm>
          <a:prstGeom prst="roundRect">
            <a:avLst>
              <a:gd name="adj" fmla="val 23279"/>
            </a:avLst>
          </a:prstGeom>
          <a:solidFill>
            <a:srgbClr val="9667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Разработка слоев Page Object и тестов поиска .</a:t>
            </a:r>
            <a:endParaRPr sz="13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7" name="Google Shape;637;p79"/>
          <p:cNvSpPr/>
          <p:nvPr/>
        </p:nvSpPr>
        <p:spPr>
          <a:xfrm>
            <a:off x="6373798" y="3304990"/>
            <a:ext cx="2663700" cy="464100"/>
          </a:xfrm>
          <a:prstGeom prst="roundRect">
            <a:avLst>
              <a:gd name="adj" fmla="val 23279"/>
            </a:avLst>
          </a:prstGeom>
          <a:solidFill>
            <a:srgbClr val="B99AF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Внедрение отчетности </a:t>
            </a:r>
            <a:r>
              <a:rPr lang="ru-RU" sz="13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Allure</a:t>
            </a:r>
            <a:r>
              <a:rPr lang="ru-RU" sz="13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и стабилизация</a:t>
            </a:r>
            <a:endParaRPr sz="13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8" name="Google Shape;638;p79"/>
          <p:cNvSpPr/>
          <p:nvPr/>
        </p:nvSpPr>
        <p:spPr>
          <a:xfrm>
            <a:off x="9109477" y="3626668"/>
            <a:ext cx="2663700" cy="464100"/>
          </a:xfrm>
          <a:prstGeom prst="roundRect">
            <a:avLst>
              <a:gd name="adj" fmla="val 23279"/>
            </a:avLst>
          </a:prstGeom>
          <a:solidFill>
            <a:srgbClr val="E3D6F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Финализация и аналитика</a:t>
            </a:r>
            <a:endParaRPr sz="13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0"/>
          <p:cNvSpPr txBox="1">
            <a:spLocks noGrp="1"/>
          </p:cNvSpPr>
          <p:nvPr>
            <p:ph type="title"/>
          </p:nvPr>
        </p:nvSpPr>
        <p:spPr>
          <a:xfrm>
            <a:off x="286848" y="180270"/>
            <a:ext cx="11248800" cy="81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Инструменты и стек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645" name="Google Shape;645;p80"/>
          <p:cNvGraphicFramePr/>
          <p:nvPr>
            <p:extLst>
              <p:ext uri="{D42A27DB-BD31-4B8C-83A1-F6EECF244321}">
                <p14:modId xmlns:p14="http://schemas.microsoft.com/office/powerpoint/2010/main" val="3864628743"/>
              </p:ext>
            </p:extLst>
          </p:nvPr>
        </p:nvGraphicFramePr>
        <p:xfrm>
          <a:off x="422280" y="995971"/>
          <a:ext cx="10287000" cy="2589167"/>
        </p:xfrm>
        <a:graphic>
          <a:graphicData uri="http://schemas.openxmlformats.org/drawingml/2006/table">
            <a:tbl>
              <a:tblPr>
                <a:noFill/>
                <a:tableStyleId>{37729F64-CE4A-4FAC-8813-10AB48793A16}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Этап</a:t>
                      </a:r>
                      <a:endParaRPr sz="19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Инструменты</a:t>
                      </a:r>
                      <a:endParaRPr sz="19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Подготовка и проектирование тестов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20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 dirty="0" err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TestIT</a:t>
                      </a:r>
                      <a:r>
                        <a:rPr lang="en-US" sz="19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VS Code, </a:t>
                      </a:r>
                      <a:r>
                        <a:rPr lang="ru-RU" sz="19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Postman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50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Разработка </a:t>
                      </a:r>
                      <a:r>
                        <a:rPr lang="ru-RU" sz="2000" dirty="0" smtClean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тестов и проведение</a:t>
                      </a:r>
                      <a:r>
                        <a:rPr lang="ru-RU" sz="2000" baseline="0" dirty="0" smtClean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тестирования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Code, </a:t>
                      </a:r>
                      <a:r>
                        <a:rPr lang="ru-RU" sz="19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Postman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DBFC053-95F0-16BA-A052-584473482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726792"/>
              </p:ext>
            </p:extLst>
          </p:nvPr>
        </p:nvGraphicFramePr>
        <p:xfrm>
          <a:off x="422280" y="3608017"/>
          <a:ext cx="10287000" cy="1082010"/>
        </p:xfrm>
        <a:graphic>
          <a:graphicData uri="http://schemas.openxmlformats.org/drawingml/2006/table">
            <a:tbl>
              <a:tblPr>
                <a:noFill/>
                <a:tableStyleId>{37729F64-CE4A-4FAC-8813-10AB48793A16}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3998045326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3520571982"/>
                    </a:ext>
                  </a:extLst>
                </a:gridCol>
              </a:tblGrid>
              <a:tr h="1019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Внедрение отчетности </a:t>
                      </a:r>
                      <a:r>
                        <a:rPr lang="ru-RU" sz="20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Allure</a:t>
                      </a:r>
                      <a:r>
                        <a:rPr lang="ru-RU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и стабилизация</a:t>
                      </a:r>
                      <a:r>
                        <a:rPr lang="en-US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ru-RU" sz="20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тестов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Code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985461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61D6B4B-78B1-E619-E14E-378532797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723663"/>
              </p:ext>
            </p:extLst>
          </p:nvPr>
        </p:nvGraphicFramePr>
        <p:xfrm>
          <a:off x="422280" y="4677835"/>
          <a:ext cx="10287000" cy="1082010"/>
        </p:xfrm>
        <a:graphic>
          <a:graphicData uri="http://schemas.openxmlformats.org/drawingml/2006/table">
            <a:tbl>
              <a:tblPr>
                <a:noFill/>
                <a:tableStyleId>{37729F64-CE4A-4FAC-8813-10AB48793A16}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3998045326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3520571982"/>
                    </a:ext>
                  </a:extLst>
                </a:gridCol>
              </a:tblGrid>
              <a:tr h="1019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tx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Финализация и аналитика</a:t>
                      </a:r>
                      <a:endParaRPr lang="ru-RU" sz="2000" dirty="0">
                        <a:solidFill>
                          <a:schemeClr val="lt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2000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Финализация и аналитика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Code,</a:t>
                      </a:r>
                      <a:r>
                        <a:rPr lang="ru-RU" sz="1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-RU" sz="19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Postman</a:t>
                      </a:r>
                      <a:r>
                        <a:rPr lang="en-US" sz="1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</a:t>
                      </a:r>
                      <a:r>
                        <a:rPr lang="ru-RU" sz="19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TestIT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9854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1"/>
          <p:cNvSpPr txBox="1">
            <a:spLocks noGrp="1"/>
          </p:cNvSpPr>
          <p:nvPr>
            <p:ph type="title"/>
          </p:nvPr>
        </p:nvSpPr>
        <p:spPr>
          <a:xfrm>
            <a:off x="360000" y="195912"/>
            <a:ext cx="11360700" cy="81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Montserrat SemiBold"/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Виды тестирования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1" name="Google Shape;651;p81"/>
          <p:cNvSpPr txBox="1">
            <a:spLocks noGrp="1"/>
          </p:cNvSpPr>
          <p:nvPr>
            <p:ph type="body" idx="1"/>
          </p:nvPr>
        </p:nvSpPr>
        <p:spPr>
          <a:xfrm>
            <a:off x="360000" y="1800000"/>
            <a:ext cx="11360700" cy="388794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Были проведены следующие виды тестирования:</a:t>
            </a:r>
            <a:endParaRPr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09600" lvl="0" indent="-425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Функциональное тестирование. Цель: проверить, что методы принимают правильные параметры и возвращают верные данные. Проверка кликабельности кнопок, форм ввода, ссылок и логики переходов.</a:t>
            </a:r>
          </a:p>
          <a:p>
            <a:pPr marL="609600" lvl="0" indent="-425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Тестирование удобства. Цель: оценка понятности интерфейса и удобства для пользователя.</a:t>
            </a:r>
          </a:p>
          <a:p>
            <a:pPr marL="609600" lvl="0" indent="-425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9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Кроссбраузерности</a:t>
            </a: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проверка отображения в разных браузерах (</a:t>
            </a:r>
            <a:r>
              <a:rPr lang="ru-RU" sz="19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Chrome</a:t>
            </a: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Safari, Firefox).</a:t>
            </a:r>
          </a:p>
          <a:p>
            <a:pPr marL="609600" lvl="0" indent="-425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Тестирование на безопасность. Цель : проверить аутентификацию.</a:t>
            </a:r>
            <a:endParaRPr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2"/>
          <p:cNvSpPr txBox="1">
            <a:spLocks noGrp="1"/>
          </p:cNvSpPr>
          <p:nvPr>
            <p:ph type="title"/>
          </p:nvPr>
        </p:nvSpPr>
        <p:spPr>
          <a:xfrm>
            <a:off x="415600" y="239749"/>
            <a:ext cx="11360700" cy="81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Montserrat SemiBold"/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Проведенные проверки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8594476-7C80-AF2B-7567-E36249E99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36780"/>
              </p:ext>
            </p:extLst>
          </p:nvPr>
        </p:nvGraphicFramePr>
        <p:xfrm>
          <a:off x="415600" y="1610486"/>
          <a:ext cx="9587937" cy="2931160"/>
        </p:xfrm>
        <a:graphic>
          <a:graphicData uri="http://schemas.openxmlformats.org/drawingml/2006/table">
            <a:tbl>
              <a:tblPr firstRow="1" bandRow="1">
                <a:tableStyleId>{37729F64-CE4A-4FAC-8813-10AB48793A16}</a:tableStyleId>
              </a:tblPr>
              <a:tblGrid>
                <a:gridCol w="3195979">
                  <a:extLst>
                    <a:ext uri="{9D8B030D-6E8A-4147-A177-3AD203B41FA5}">
                      <a16:colId xmlns:a16="http://schemas.microsoft.com/office/drawing/2014/main" val="3823691072"/>
                    </a:ext>
                  </a:extLst>
                </a:gridCol>
                <a:gridCol w="3195979">
                  <a:extLst>
                    <a:ext uri="{9D8B030D-6E8A-4147-A177-3AD203B41FA5}">
                      <a16:colId xmlns:a16="http://schemas.microsoft.com/office/drawing/2014/main" val="3454587993"/>
                    </a:ext>
                  </a:extLst>
                </a:gridCol>
                <a:gridCol w="3195979">
                  <a:extLst>
                    <a:ext uri="{9D8B030D-6E8A-4147-A177-3AD203B41FA5}">
                      <a16:colId xmlns:a16="http://schemas.microsoft.com/office/drawing/2014/main" val="2910920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Вид тестирования</a:t>
                      </a:r>
                    </a:p>
                    <a:p>
                      <a:pPr algn="ctr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Общее количество проверок</a:t>
                      </a:r>
                      <a:endParaRPr lang="ru-RU" sz="1600" dirty="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  <a:p>
                      <a:pPr algn="ctr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Количество проваленных проверок</a:t>
                      </a:r>
                    </a:p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369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+mj-lt"/>
                          <a:ea typeface="Montserrat Medium"/>
                          <a:cs typeface="Montserrat Medium"/>
                          <a:sym typeface="Montserrat Medium"/>
                        </a:rPr>
                        <a:t>Функциональное тестирование</a:t>
                      </a:r>
                      <a:endParaRPr lang="ru-RU" sz="1600" dirty="0">
                        <a:latin typeface="+mj-l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endParaRPr lang="ru-RU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344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+mj-lt"/>
                          <a:ea typeface="Montserrat Medium"/>
                          <a:cs typeface="Montserrat Medium"/>
                          <a:sym typeface="Montserrat Medium"/>
                        </a:rPr>
                        <a:t>Тестирование удобства</a:t>
                      </a:r>
                      <a:endParaRPr lang="ru-RU" sz="1600" dirty="0">
                        <a:latin typeface="+mj-l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endParaRPr lang="ru-RU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23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+mj-lt"/>
                          <a:ea typeface="Montserrat Medium"/>
                          <a:cs typeface="Montserrat Medium"/>
                          <a:sym typeface="Montserrat Medium"/>
                        </a:rPr>
                        <a:t>Кроссбраузерность</a:t>
                      </a:r>
                      <a:endParaRPr lang="ru-RU" sz="1600" dirty="0">
                        <a:latin typeface="+mj-l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endParaRPr lang="ru-RU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096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dk1"/>
                          </a:solidFill>
                          <a:latin typeface="+mj-lt"/>
                          <a:ea typeface="Montserrat Medium"/>
                          <a:cs typeface="Montserrat Medium"/>
                          <a:sym typeface="Montserrat Medium"/>
                        </a:rPr>
                        <a:t>Тестирование на безопасность</a:t>
                      </a:r>
                      <a:endParaRPr lang="ru-RU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143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3"/>
          <p:cNvSpPr txBox="1">
            <a:spLocks noGrp="1"/>
          </p:cNvSpPr>
          <p:nvPr>
            <p:ph type="title"/>
          </p:nvPr>
        </p:nvSpPr>
        <p:spPr>
          <a:xfrm>
            <a:off x="360000" y="9000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 SemiBold"/>
                <a:ea typeface="Montserrat SemiBold"/>
                <a:cs typeface="Montserrat SemiBold"/>
                <a:sym typeface="Montserrat SemiBold"/>
              </a:rPr>
              <a:t>Проект с автотестами</a:t>
            </a:r>
            <a:endParaRPr strike="sngStrike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6" name="Google Shape;666;p83"/>
          <p:cNvSpPr txBox="1">
            <a:spLocks noGrp="1"/>
          </p:cNvSpPr>
          <p:nvPr>
            <p:ph type="body" idx="1"/>
          </p:nvPr>
        </p:nvSpPr>
        <p:spPr>
          <a:xfrm>
            <a:off x="360000" y="1800000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Всего проведено UI- </a:t>
            </a:r>
            <a:r>
              <a:rPr lang="ru-RU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автотестов</a:t>
            </a:r>
            <a:r>
              <a:rPr lang="ru-RU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 6</a:t>
            </a: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Всего проведено API-</a:t>
            </a:r>
            <a:r>
              <a:rPr lang="ru-RU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автотестов</a:t>
            </a:r>
            <a:r>
              <a:rPr lang="ru-RU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11</a:t>
            </a:r>
            <a:endParaRPr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Все </a:t>
            </a:r>
            <a:r>
              <a:rPr lang="ru-RU" dirty="0" err="1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автотесты</a:t>
            </a:r>
            <a:r>
              <a:rPr lang="ru-RU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составленные на </a:t>
            </a:r>
            <a:r>
              <a:rPr lang="en-US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 </a:t>
            </a:r>
            <a:r>
              <a:rPr lang="ru-RU" dirty="0" err="1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назмещенны</a:t>
            </a:r>
            <a:r>
              <a:rPr lang="ru-RU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на </a:t>
            </a:r>
            <a:r>
              <a:rPr lang="ru-RU" dirty="0" err="1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GitHub</a:t>
            </a:r>
            <a:r>
              <a:rPr lang="ru-RU" dirty="0" smtClean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</a:p>
          <a:p>
            <a:pPr lvl="0" indent="-349250">
              <a:buClr>
                <a:schemeClr val="dk1"/>
              </a:buClr>
              <a:buSzPts val="1900"/>
              <a:buFont typeface="Montserrat Medium"/>
              <a:buChar char="●"/>
            </a:pPr>
            <a:r>
              <a:rPr lang="ru-RU" u="sng" dirty="0">
                <a:hlinkClick r:id="rId3"/>
              </a:rPr>
              <a:t>Папка с тестовой документацией </a:t>
            </a:r>
            <a:r>
              <a:rPr lang="en-US" u="sng" dirty="0">
                <a:hlinkClick r:id="rId3"/>
              </a:rPr>
              <a:t>by Sergey-747 · Pull Request #1 · Sergey-747/Diploma-thesis</a:t>
            </a:r>
            <a:endParaRPr lang="ru-RU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endParaRPr lang="ru-RU" sz="19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 Medium"/>
              <a:buChar char="●"/>
            </a:pPr>
            <a:endParaRPr sz="2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4"/>
          <p:cNvSpPr txBox="1">
            <a:spLocks noGrp="1"/>
          </p:cNvSpPr>
          <p:nvPr>
            <p:ph type="title"/>
          </p:nvPr>
        </p:nvSpPr>
        <p:spPr>
          <a:xfrm>
            <a:off x="360000" y="2597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Отчет в </a:t>
            </a:r>
            <a:r>
              <a:rPr lang="ru-RU" dirty="0" err="1">
                <a:latin typeface="Montserrat SemiBold"/>
                <a:ea typeface="Montserrat SemiBold"/>
                <a:cs typeface="Montserrat SemiBold"/>
                <a:sym typeface="Montserrat SemiBold"/>
              </a:rPr>
              <a:t>Allure</a:t>
            </a: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 тестирование </a:t>
            </a:r>
            <a:r>
              <a:rPr lang="en-US" dirty="0">
                <a:latin typeface="Montserrat SemiBold"/>
                <a:ea typeface="Montserrat SemiBold"/>
                <a:cs typeface="Montserrat SemiBold"/>
                <a:sym typeface="Montserrat SemiBold"/>
              </a:rPr>
              <a:t>UI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" name="Рисунок 4" descr="Изображение выглядит как текст, снимок экрана, программное обеспечение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BB3F1E2-2420-284A-2C5B-8483E6EA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40" y="948548"/>
            <a:ext cx="9262242" cy="45988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число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3A636131-3843-BBF0-64DE-67E75133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1" y="336396"/>
            <a:ext cx="3967247" cy="560720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1F0B0685-6F91-B5EA-E450-26538A662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399" y="312150"/>
            <a:ext cx="7457441" cy="55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8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Результаты тестирования в </a:t>
            </a:r>
            <a:r>
              <a:rPr lang="en-US" dirty="0" smtClean="0"/>
              <a:t>VS Code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5600" y="1325624"/>
            <a:ext cx="11360700" cy="5448935"/>
          </a:xfrm>
        </p:spPr>
        <p:txBody>
          <a:bodyPr/>
          <a:lstStyle/>
          <a:p>
            <a:pPr marL="76200" indent="0">
              <a:buNone/>
            </a:pP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5600" y="1325625"/>
            <a:ext cx="6840220" cy="3768090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5600" y="5093715"/>
            <a:ext cx="6840220" cy="168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6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7CD1A-76D9-277D-ED59-6641C88A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Отчет в </a:t>
            </a:r>
            <a:r>
              <a:rPr lang="ru-RU" dirty="0" err="1">
                <a:latin typeface="Montserrat SemiBold"/>
                <a:ea typeface="Montserrat SemiBold"/>
                <a:cs typeface="Montserrat SemiBold"/>
                <a:sym typeface="Montserrat SemiBold"/>
              </a:rPr>
              <a:t>Allure</a:t>
            </a: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 тестирование </a:t>
            </a:r>
            <a:r>
              <a:rPr lang="en-US" dirty="0">
                <a:latin typeface="Montserrat SemiBold"/>
                <a:ea typeface="Montserrat SemiBold"/>
                <a:cs typeface="Montserrat SemiBold"/>
                <a:sym typeface="Montserrat SemiBold"/>
              </a:rPr>
              <a:t>API</a:t>
            </a: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D7E05E89-45C6-DB93-A1DB-0596B304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57" y="1356867"/>
            <a:ext cx="6335263" cy="54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58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F37C4793-D07A-6ED3-ED94-09C891AE2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65" y="533149"/>
            <a:ext cx="4997735" cy="579170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аграмм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CFCBE68E-F657-9CB5-E439-BB465EB4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0" y="436879"/>
            <a:ext cx="6420135" cy="579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5"/>
          <p:cNvSpPr txBox="1">
            <a:spLocks noGrp="1"/>
          </p:cNvSpPr>
          <p:nvPr>
            <p:ph type="title"/>
          </p:nvPr>
        </p:nvSpPr>
        <p:spPr>
          <a:xfrm>
            <a:off x="360000" y="360000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Montserrat SemiBold"/>
                <a:ea typeface="Montserrat SemiBold"/>
                <a:cs typeface="Montserrat SemiBold"/>
                <a:sym typeface="Montserrat SemiBold"/>
              </a:rPr>
              <a:t>Результаты тестирования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682" name="Google Shape;682;p85"/>
          <p:cNvGraphicFramePr/>
          <p:nvPr>
            <p:extLst>
              <p:ext uri="{D42A27DB-BD31-4B8C-83A1-F6EECF244321}">
                <p14:modId xmlns:p14="http://schemas.microsoft.com/office/powerpoint/2010/main" val="2361279937"/>
              </p:ext>
            </p:extLst>
          </p:nvPr>
        </p:nvGraphicFramePr>
        <p:xfrm>
          <a:off x="468000" y="1800000"/>
          <a:ext cx="10287000" cy="1417230"/>
        </p:xfrm>
        <a:graphic>
          <a:graphicData uri="http://schemas.openxmlformats.org/drawingml/2006/table">
            <a:tbl>
              <a:tblPr>
                <a:noFill/>
                <a:tableStyleId>{37729F64-CE4A-4FAC-8813-10AB48793A16}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Всего тестов</a:t>
                      </a:r>
                      <a:endParaRPr sz="19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Пройдено успешно</a:t>
                      </a:r>
                      <a:endParaRPr sz="19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9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Найдено багов</a:t>
                      </a:r>
                      <a:endParaRPr sz="19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19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3" name="Google Shape;683;p85"/>
          <p:cNvSpPr txBox="1"/>
          <p:nvPr/>
        </p:nvSpPr>
        <p:spPr>
          <a:xfrm>
            <a:off x="360000" y="3600000"/>
            <a:ext cx="7820400" cy="252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Короткий вывод: </a:t>
            </a:r>
            <a:r>
              <a:rPr lang="ru-RU" sz="1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ru-RU" sz="1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Все функции приложения работают корректно, однако обнаружены риски: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9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появление Капчи (Anti-</a:t>
            </a:r>
            <a:r>
              <a:rPr lang="ru-RU" sz="19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bot</a:t>
            </a:r>
            <a:r>
              <a:rPr lang="ru-RU" sz="19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системы Яндекса) во время прогона тестов UI.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9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изменение верстки сайта (</a:t>
            </a:r>
            <a:r>
              <a:rPr lang="ru-RU" sz="1900" dirty="0" err="1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Кинопоиск</a:t>
            </a:r>
            <a:r>
              <a:rPr lang="ru-RU" sz="19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часто обновляет классы элементов).</a:t>
            </a:r>
            <a:endParaRPr sz="19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7"/>
          <p:cNvSpPr txBox="1">
            <a:spLocks noGrp="1"/>
          </p:cNvSpPr>
          <p:nvPr>
            <p:ph type="title"/>
          </p:nvPr>
        </p:nvSpPr>
        <p:spPr>
          <a:xfrm>
            <a:off x="415600" y="313308"/>
            <a:ext cx="11360700" cy="81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Montserrat SemiBold"/>
                <a:ea typeface="Montserrat SemiBold"/>
                <a:cs typeface="Montserrat SemiBold"/>
                <a:sym typeface="Montserrat SemiBold"/>
              </a:rPr>
              <a:t>Выводы и рекомендации</a:t>
            </a:r>
            <a:endParaRPr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6" name="Google Shape;696;p87"/>
          <p:cNvSpPr txBox="1">
            <a:spLocks noGrp="1"/>
          </p:cNvSpPr>
          <p:nvPr>
            <p:ph type="body" idx="1"/>
          </p:nvPr>
        </p:nvSpPr>
        <p:spPr>
          <a:xfrm>
            <a:off x="360000" y="1715700"/>
            <a:ext cx="11088288" cy="238215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результате проведения автоматизированного </a:t>
            </a:r>
            <a:r>
              <a:rPr lang="en-US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 UI-тестирования средствами Python+ были успешно подтверждены заявленные в дипломе функциональные возможности исследуемой системы. Изоляция сессионных данных с помощью локального профиля браузера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Chrome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позволила исключить падения тестов, вызванные защитными механизмами авторизации (капча,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антифрод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и сквозными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редиректами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транзитных страниц. Все выбранные ключевые функции веб-приложения покрыты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автотестами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дефектов критического уровня («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Blocker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», «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Critical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») в проверяемых модулях на момент проведения верификации не обнаружено.</a:t>
            </a:r>
            <a:endParaRPr sz="16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9" name="Google Shape;699;p87"/>
          <p:cNvSpPr txBox="1">
            <a:spLocks noGrp="1"/>
          </p:cNvSpPr>
          <p:nvPr>
            <p:ph type="body" idx="1"/>
          </p:nvPr>
        </p:nvSpPr>
        <p:spPr>
          <a:xfrm>
            <a:off x="360000" y="4684542"/>
            <a:ext cx="11233856" cy="124953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ru-RU" sz="16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команды разработки: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кто планирует проводить тестирование </a:t>
            </a:r>
            <a:r>
              <a:rPr lang="en-US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 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сайта </a:t>
            </a:r>
            <a:r>
              <a:rPr lang="ru-RU" sz="16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Кинопоиск</a:t>
            </a:r>
            <a:r>
              <a:rPr lang="ru-RU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рекомендую ознакомиться с документацией </a:t>
            </a:r>
            <a:r>
              <a:rPr lang="en-US" sz="1600" dirty="0" err="1">
                <a:solidFill>
                  <a:schemeClr val="dk1"/>
                </a:solidFill>
                <a:latin typeface="Montserrat Medium"/>
              </a:rPr>
              <a:t>Kinopoisk</a:t>
            </a:r>
            <a:r>
              <a:rPr lang="en-US" sz="1600" dirty="0">
                <a:solidFill>
                  <a:schemeClr val="dk1"/>
                </a:solidFill>
                <a:latin typeface="Montserrat Medium"/>
              </a:rPr>
              <a:t> API Unofficial client</a:t>
            </a:r>
            <a:r>
              <a:rPr lang="ru-RU" sz="1600" dirty="0">
                <a:solidFill>
                  <a:schemeClr val="dk1"/>
                </a:solidFill>
                <a:latin typeface="Montserrat Medium"/>
              </a:rPr>
              <a:t>: </a:t>
            </a:r>
            <a:r>
              <a:rPr lang="en-US" sz="1600" dirty="0">
                <a:solidFill>
                  <a:schemeClr val="dk1"/>
                </a:solidFill>
                <a:latin typeface="Montserrat Medium"/>
              </a:rPr>
              <a:t>https://github.com/masterWeber/kinopoisk-api-unofficial-client.git</a:t>
            </a:r>
            <a:endParaRPr sz="1600" dirty="0">
              <a:solidFill>
                <a:schemeClr val="dk1"/>
              </a:solidFill>
              <a:latin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334EA"/>
            </a:gs>
            <a:gs pos="100000">
              <a:srgbClr val="1D0055"/>
            </a:gs>
          </a:gsLst>
          <a:lin ang="2700006" scaled="0"/>
        </a:gra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мультфильм, игрушка&#10;&#10;Автоматически созданное описание">
            <a:extLst>
              <a:ext uri="{FF2B5EF4-FFF2-40B4-BE49-F238E27FC236}">
                <a16:creationId xmlns:a16="http://schemas.microsoft.com/office/drawing/2014/main" id="{D5E85F49-7B70-E5FF-ACEA-C9DD2A8D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3766"/>
            <a:ext cx="12192000" cy="7245531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94426A91-0EAD-C9E7-2F50-E3A9A26EC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"/>
            <a:ext cx="12192000" cy="1390468"/>
          </a:xfrm>
        </p:spPr>
        <p:txBody>
          <a:bodyPr>
            <a:normAutofit fontScale="85000" lnSpcReduction="10000"/>
          </a:bodyPr>
          <a:lstStyle/>
          <a:p>
            <a:pPr marL="76200" indent="0">
              <a:buNone/>
            </a:pPr>
            <a:r>
              <a:rPr lang="ru-RU" sz="4000" dirty="0">
                <a:solidFill>
                  <a:schemeClr val="accent6">
                    <a:lumMod val="75000"/>
                  </a:schemeClr>
                </a:solidFill>
              </a:rPr>
              <a:t>«Тестирование — это искусство находить ошибки там, где всё кажется идеальным, и делать хаос управляемым».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5500</TotalTime>
  <Words>839</Words>
  <Application>Microsoft Office PowerPoint</Application>
  <PresentationFormat>Широкоэкранный</PresentationFormat>
  <Paragraphs>125</Paragraphs>
  <Slides>17</Slides>
  <Notes>13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9" baseType="lpstr">
      <vt:lpstr>DM Sans</vt:lpstr>
      <vt:lpstr>Montserrat SemiBold</vt:lpstr>
      <vt:lpstr>DM Sans Light</vt:lpstr>
      <vt:lpstr>Arial</vt:lpstr>
      <vt:lpstr>Montserrat</vt:lpstr>
      <vt:lpstr>DM Sans Medium</vt:lpstr>
      <vt:lpstr>Montserrat Medium</vt:lpstr>
      <vt:lpstr>Forum</vt:lpstr>
      <vt:lpstr>Calibri</vt:lpstr>
      <vt:lpstr>Тема Office</vt:lpstr>
      <vt:lpstr>Simple Light</vt:lpstr>
      <vt:lpstr>Marketing Plan Presentation [Style 2]</vt:lpstr>
      <vt:lpstr>Как пользоваться шаблоном  для дипломного проекта</vt:lpstr>
      <vt:lpstr>Разработка и внедрение систем автоматизированного тестирования веб-приложения и API «Кинопоиск»</vt:lpstr>
      <vt:lpstr>Описание тестируемого  приложения</vt:lpstr>
      <vt:lpstr>Цель и задачи тестирования</vt:lpstr>
      <vt:lpstr>Этапы тестирования</vt:lpstr>
      <vt:lpstr>Инструменты и стек</vt:lpstr>
      <vt:lpstr>Виды тестирования</vt:lpstr>
      <vt:lpstr>Проведенные проверки</vt:lpstr>
      <vt:lpstr>Проект с автотестами</vt:lpstr>
      <vt:lpstr>Отчет в Allure тестирование UI</vt:lpstr>
      <vt:lpstr>Презентация PowerPoint</vt:lpstr>
      <vt:lpstr>Результаты тестирования в VS Code</vt:lpstr>
      <vt:lpstr>Отчет в Allure тестирование API</vt:lpstr>
      <vt:lpstr>Презентация PowerPoint</vt:lpstr>
      <vt:lpstr>Результаты тестирования</vt:lpstr>
      <vt:lpstr>Выводы и рекомендации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пользоваться шаблоном  для дипломного проекта</dc:title>
  <dc:creator>Инженер СЭ</dc:creator>
  <cp:lastModifiedBy>Name1</cp:lastModifiedBy>
  <cp:revision>18</cp:revision>
  <dcterms:modified xsi:type="dcterms:W3CDTF">2026-10-14T07:49:47Z</dcterms:modified>
</cp:coreProperties>
</file>